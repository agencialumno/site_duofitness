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anose="020B0806030504020204" pitchFamily="34" charset="0"/>
      <p:regular r:id="rId30"/>
      <p:bold r:id="rId31"/>
      <p:boldItalic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-1032" y="-153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922028"/>
            <a:ext cx="335199" cy="350420"/>
            <a:chOff x="0" y="-19050"/>
            <a:chExt cx="62793" cy="9229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grpSp>
        <p:nvGrpSpPr>
          <p:cNvPr id="76" name="Group 67">
            <a:extLst>
              <a:ext uri="{FF2B5EF4-FFF2-40B4-BE49-F238E27FC236}">
                <a16:creationId xmlns:a16="http://schemas.microsoft.com/office/drawing/2014/main" id="{D2128138-AC6D-1E35-BD0A-8FA90B287B46}"/>
              </a:ext>
            </a:extLst>
          </p:cNvPr>
          <p:cNvGrpSpPr/>
          <p:nvPr/>
        </p:nvGrpSpPr>
        <p:grpSpPr>
          <a:xfrm>
            <a:off x="2590799" y="6476561"/>
            <a:ext cx="335199" cy="350420"/>
            <a:chOff x="0" y="-19050"/>
            <a:chExt cx="62793" cy="92292"/>
          </a:xfrm>
        </p:grpSpPr>
        <p:sp>
          <p:nvSpPr>
            <p:cNvPr id="78" name="Freeform 68">
              <a:extLst>
                <a:ext uri="{FF2B5EF4-FFF2-40B4-BE49-F238E27FC236}">
                  <a16:creationId xmlns:a16="http://schemas.microsoft.com/office/drawing/2014/main" id="{62157D64-1C49-E5DF-46DB-89014F3E5902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9" name="TextBox 69">
              <a:extLst>
                <a:ext uri="{FF2B5EF4-FFF2-40B4-BE49-F238E27FC236}">
                  <a16:creationId xmlns:a16="http://schemas.microsoft.com/office/drawing/2014/main" id="{1E3A534D-65BE-4B16-C44E-F6F5BC750AB5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3" name="Group 67">
            <a:extLst>
              <a:ext uri="{FF2B5EF4-FFF2-40B4-BE49-F238E27FC236}">
                <a16:creationId xmlns:a16="http://schemas.microsoft.com/office/drawing/2014/main" id="{198945E2-6AA1-D477-5A75-85D106F41EC3}"/>
              </a:ext>
            </a:extLst>
          </p:cNvPr>
          <p:cNvGrpSpPr/>
          <p:nvPr/>
        </p:nvGrpSpPr>
        <p:grpSpPr>
          <a:xfrm>
            <a:off x="7620744" y="6926680"/>
            <a:ext cx="335199" cy="350420"/>
            <a:chOff x="0" y="-19050"/>
            <a:chExt cx="62793" cy="92292"/>
          </a:xfrm>
        </p:grpSpPr>
        <p:sp>
          <p:nvSpPr>
            <p:cNvPr id="84" name="Freeform 68">
              <a:extLst>
                <a:ext uri="{FF2B5EF4-FFF2-40B4-BE49-F238E27FC236}">
                  <a16:creationId xmlns:a16="http://schemas.microsoft.com/office/drawing/2014/main" id="{FE03CC53-E001-EC8C-676D-7340F65C4044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5" name="TextBox 69">
              <a:extLst>
                <a:ext uri="{FF2B5EF4-FFF2-40B4-BE49-F238E27FC236}">
                  <a16:creationId xmlns:a16="http://schemas.microsoft.com/office/drawing/2014/main" id="{E4AF4A2A-3D55-83A5-0B39-9C68DFAF2828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76300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[EQUIP_EXTRA]: [EQUIP_EXTRA_QUANT]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370</Words>
  <Application>Microsoft Office PowerPoint</Application>
  <PresentationFormat>Custom</PresentationFormat>
  <Paragraphs>102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Open Sans Bold</vt:lpstr>
      <vt:lpstr>Arial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11</cp:revision>
  <dcterms:created xsi:type="dcterms:W3CDTF">2006-08-16T00:00:00Z</dcterms:created>
  <dcterms:modified xsi:type="dcterms:W3CDTF">2026-07-10T12:23:41Z</dcterms:modified>
  <dc:identifier>DAHNU2YpKXs</dc:identifier>
</cp:coreProperties>
</file>