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itchFamily="2" charset="0"/>
      <p:regular r:id="rId30"/>
      <p:bold r:id="rId31"/>
      <p:boldItalic r:id="rId32"/>
    </p:embeddedFont>
    <p:embeddedFont>
      <p:font typeface="Open Sans Bold" pitchFamily="2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7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200400" y="4327501"/>
            <a:ext cx="6400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–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–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0322129" y="430298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401</Words>
  <Application>Microsoft Office PowerPoint</Application>
  <PresentationFormat>Custom</PresentationFormat>
  <Paragraphs>69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 Bold</vt:lpstr>
      <vt:lpstr>Open Sans Bold Italics</vt:lpstr>
      <vt:lpstr>Arial</vt:lpstr>
      <vt:lpstr>Open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17</cp:revision>
  <dcterms:created xsi:type="dcterms:W3CDTF">2006-08-16T00:00:00Z</dcterms:created>
  <dcterms:modified xsi:type="dcterms:W3CDTF">2026-07-20T22:01:23Z</dcterms:modified>
  <dc:identifier>DAHNU2YpKXs</dc:identifier>
</cp:coreProperties>
</file>