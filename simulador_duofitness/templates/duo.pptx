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6" r:id="rId28"/>
    <p:sldId id="283" r:id="rId29"/>
    <p:sldId id="284" r:id="rId30"/>
  </p:sldIdLst>
  <p:sldSz cx="18288000" cy="10287000"/>
  <p:notesSz cx="6858000" cy="9144000"/>
  <p:embeddedFontLst>
    <p:embeddedFont>
      <p:font typeface="Open Sans" panose="020B0806030504020204" pitchFamily="34" charset="0"/>
      <p:regular r:id="rId31"/>
      <p:bold r:id="rId32"/>
      <p:bold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7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733800" y="4336150"/>
            <a:ext cx="6400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–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–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0381850" y="4375366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96D7C-77C1-D3F2-58E2-BADE7562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3F071A7-9973-2DD8-CA5A-6FD0A64A1F4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>
            <a:extLst>
              <a:ext uri="{FF2B5EF4-FFF2-40B4-BE49-F238E27FC236}">
                <a16:creationId xmlns:a16="http://schemas.microsoft.com/office/drawing/2014/main" id="{9FE3C5CD-31B6-1D9D-9DFB-19FF2EC95373}"/>
              </a:ext>
            </a:extLst>
          </p:cNvPr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>
              <a:extLst>
                <a:ext uri="{FF2B5EF4-FFF2-40B4-BE49-F238E27FC236}">
                  <a16:creationId xmlns:a16="http://schemas.microsoft.com/office/drawing/2014/main" id="{7002A4F7-E969-E1AE-1CEC-AE4369C6DEF8}"/>
                </a:ext>
              </a:extLst>
            </p:cNvPr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>
              <a:extLst>
                <a:ext uri="{FF2B5EF4-FFF2-40B4-BE49-F238E27FC236}">
                  <a16:creationId xmlns:a16="http://schemas.microsoft.com/office/drawing/2014/main" id="{0D9D31A0-BBE0-41CB-F5E3-8BA7E1275C6B}"/>
                </a:ext>
              </a:extLst>
            </p:cNvPr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>
            <a:extLst>
              <a:ext uri="{FF2B5EF4-FFF2-40B4-BE49-F238E27FC236}">
                <a16:creationId xmlns:a16="http://schemas.microsoft.com/office/drawing/2014/main" id="{CFD0B735-2F39-359A-9922-DEDFE69FBB08}"/>
              </a:ext>
            </a:extLst>
          </p:cNvPr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6948FC92-B3ED-4E84-5983-A8ABC7E021B4}"/>
              </a:ext>
            </a:extLst>
          </p:cNvPr>
          <p:cNvSpPr txBox="1"/>
          <p:nvPr/>
        </p:nvSpPr>
        <p:spPr>
          <a:xfrm>
            <a:off x="6172200" y="4350845"/>
            <a:ext cx="640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  <p:extLst>
      <p:ext uri="{BB962C8B-B14F-4D97-AF65-F5344CB8AC3E}">
        <p14:creationId xmlns:p14="http://schemas.microsoft.com/office/powerpoint/2010/main" val="736032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406</Words>
  <Application>Microsoft Office PowerPoint</Application>
  <PresentationFormat>Custom</PresentationFormat>
  <Paragraphs>71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Open Sans</vt:lpstr>
      <vt:lpstr>Calibri</vt:lpstr>
      <vt:lpstr>Arial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19</cp:revision>
  <dcterms:created xsi:type="dcterms:W3CDTF">2006-08-16T00:00:00Z</dcterms:created>
  <dcterms:modified xsi:type="dcterms:W3CDTF">2026-08-04T17:22:02Z</dcterms:modified>
  <dc:identifier>DAHNU2YpKXs</dc:identifier>
</cp:coreProperties>
</file>