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5" r:id="rId14"/>
    <p:sldId id="268" r:id="rId15"/>
    <p:sldId id="270" r:id="rId16"/>
    <p:sldId id="273" r:id="rId17"/>
    <p:sldId id="269" r:id="rId18"/>
    <p:sldId id="275" r:id="rId19"/>
    <p:sldId id="274" r:id="rId20"/>
    <p:sldId id="276" r:id="rId21"/>
    <p:sldId id="278" r:id="rId22"/>
    <p:sldId id="277" r:id="rId23"/>
    <p:sldId id="279" r:id="rId24"/>
    <p:sldId id="280" r:id="rId25"/>
    <p:sldId id="281" r:id="rId26"/>
    <p:sldId id="282" r:id="rId27"/>
    <p:sldId id="283" r:id="rId28"/>
    <p:sldId id="284" r:id="rId29"/>
  </p:sldIdLst>
  <p:sldSz cx="18288000" cy="10287000"/>
  <p:notesSz cx="6858000" cy="9144000"/>
  <p:embeddedFontLst>
    <p:embeddedFont>
      <p:font typeface="Open Sans" pitchFamily="2" charset="0"/>
      <p:regular r:id="rId30"/>
      <p:bold r:id="rId31"/>
      <p:boldItalic r:id="rId32"/>
    </p:embeddedFont>
    <p:embeddedFont>
      <p:font typeface="Open Sans Bold" pitchFamily="2" charset="0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00"/>
    <a:srgbClr val="191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345068" cy="53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2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4191726" cy="37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proposta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10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dias</a:t>
            </a:r>
            <a:endParaRPr lang="en-US" sz="223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AE52B4-BFB7-AF92-BE10-691CABAA3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8915469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[ESTEIRA]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3DDC8-3990-4F2C-F26C-647DF420F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5554EB-6192-7D60-653E-8534F78C9944}"/>
              </a:ext>
            </a:extLst>
          </p:cNvPr>
          <p:cNvSpPr txBox="1"/>
          <p:nvPr/>
        </p:nvSpPr>
        <p:spPr>
          <a:xfrm>
            <a:off x="7772400" y="7658100"/>
            <a:ext cx="10363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[BIKE_KIKOS]</a:t>
            </a:r>
          </a:p>
        </p:txBody>
      </p:sp>
    </p:spTree>
    <p:extLst>
      <p:ext uri="{BB962C8B-B14F-4D97-AF65-F5344CB8AC3E}">
        <p14:creationId xmlns:p14="http://schemas.microsoft.com/office/powerpoint/2010/main" val="1638424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3931" y="7636273"/>
            <a:ext cx="7239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5C2A8-01D7-D7F3-1A75-D947A552A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37C1AF-F209-374A-928D-1EB48049732A}"/>
              </a:ext>
            </a:extLst>
          </p:cNvPr>
          <p:cNvSpPr txBox="1"/>
          <p:nvPr/>
        </p:nvSpPr>
        <p:spPr>
          <a:xfrm>
            <a:off x="7772400" y="7658100"/>
            <a:ext cx="100584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[BIKE_SPI]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4000" y="7636273"/>
            <a:ext cx="68580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A8814-47CF-9681-7B07-F1616B200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3530F-E201-BE38-7CD6-187BDECFD522}"/>
              </a:ext>
            </a:extLst>
          </p:cNvPr>
          <p:cNvSpPr txBox="1"/>
          <p:nvPr/>
        </p:nvSpPr>
        <p:spPr>
          <a:xfrm>
            <a:off x="7772400" y="7658100"/>
            <a:ext cx="112776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[CROSS_SMITH]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63000" y="7658100"/>
            <a:ext cx="9982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[AD_ABD]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20000" y="8953500"/>
            <a:ext cx="9220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[EX_FLX]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1E31A3-769F-D5DC-876D-F0327AE8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162800" y="7658100"/>
            <a:ext cx="11353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[BANCO_MULT]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77200" y="7658100"/>
            <a:ext cx="104394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[BANCO_SUP]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112775" y="4895896"/>
            <a:ext cx="84414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110 kg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414353-6CD7-8607-46C7-6120C187B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375818" y="6286500"/>
            <a:ext cx="9601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9000" y="8520061"/>
            <a:ext cx="8738018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[ANILHA]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98690" y="8984030"/>
            <a:ext cx="671251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161DAF-895A-B196-F3C0-F6759CB13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781800" y="7734300"/>
            <a:ext cx="101346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[BARRA_W]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F5B4B9-6CE3-C9C4-76B1-B98417ACA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73876" y="8420100"/>
            <a:ext cx="1084252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0" y="6234061"/>
            <a:ext cx="11049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[SUP_BARRA]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A46832-8710-6AB8-7D28-B6D51F046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519885" y="5270903"/>
            <a:ext cx="87869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[TRI_SERG]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90440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[CORDA_SERG]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8315428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[PUX_ROMA]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5138D4-421A-804B-9B31-3C89E1DA7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29400" y="6438900"/>
            <a:ext cx="92202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[PUX_RETO]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AEFA930-84F7-9A6A-D9FE-0EC501CFAF7A}"/>
              </a:ext>
            </a:extLst>
          </p:cNvPr>
          <p:cNvSpPr txBox="1"/>
          <p:nvPr/>
        </p:nvSpPr>
        <p:spPr>
          <a:xfrm>
            <a:off x="7467600" y="8344515"/>
            <a:ext cx="92202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[PUX_TORNO]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6CB9E0-3E2F-1F48-F034-A2C48615A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001000" y="6286500"/>
            <a:ext cx="9601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[COLCHONETE]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01000" y="8295353"/>
            <a:ext cx="99060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[STEP_LIGHT]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0" name="Group 70"/>
          <p:cNvGrpSpPr/>
          <p:nvPr/>
        </p:nvGrpSpPr>
        <p:grpSpPr>
          <a:xfrm>
            <a:off x="6605400" y="2472975"/>
            <a:ext cx="5154571" cy="980717"/>
            <a:chOff x="0" y="0"/>
            <a:chExt cx="1357582" cy="25829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357582" cy="258296"/>
            </a:xfrm>
            <a:custGeom>
              <a:avLst/>
              <a:gdLst/>
              <a:ahLst/>
              <a:cxnLst/>
              <a:rect l="l" t="t" r="r" b="b"/>
              <a:pathLst>
                <a:path w="1357582" h="258296">
                  <a:moveTo>
                    <a:pt x="0" y="0"/>
                  </a:moveTo>
                  <a:lnTo>
                    <a:pt x="1357582" y="0"/>
                  </a:lnTo>
                  <a:lnTo>
                    <a:pt x="135758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35758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048872" y="2419315"/>
            <a:ext cx="4267627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DUO</a:t>
            </a:r>
          </a:p>
        </p:txBody>
      </p:sp>
      <p:sp>
        <p:nvSpPr>
          <p:cNvPr id="67" name="TextBox 54">
            <a:extLst>
              <a:ext uri="{FF2B5EF4-FFF2-40B4-BE49-F238E27FC236}">
                <a16:creationId xmlns:a16="http://schemas.microsoft.com/office/drawing/2014/main" id="{7890AD9B-4CF0-2D52-8E59-0E6DA92C466E}"/>
              </a:ext>
            </a:extLst>
          </p:cNvPr>
          <p:cNvSpPr txBox="1"/>
          <p:nvPr/>
        </p:nvSpPr>
        <p:spPr>
          <a:xfrm>
            <a:off x="2514600" y="4152900"/>
            <a:ext cx="6400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Esteira – [ESTEIRA]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– [BIKE_KIKOS]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Spinning - [BIKE_SPI]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Cross com Smith - [CROSS_SMITH]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Adutora/Abdutora - [AD_ABD]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Flexora/Extensora - [EX_FLX]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Multi Posições - [BANCO_MULT]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Supino - [BANCO_SUP]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Anilha 10kg - [ANILHA]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Barra W - [BARRA_W]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Halter 10kg - [HALTER]</a:t>
            </a:r>
          </a:p>
        </p:txBody>
      </p:sp>
      <p:sp>
        <p:nvSpPr>
          <p:cNvPr id="68" name="TextBox 56">
            <a:extLst>
              <a:ext uri="{FF2B5EF4-FFF2-40B4-BE49-F238E27FC236}">
                <a16:creationId xmlns:a16="http://schemas.microsoft.com/office/drawing/2014/main" id="{BF171062-2014-DD18-6968-266C90EAA782}"/>
              </a:ext>
            </a:extLst>
          </p:cNvPr>
          <p:cNvSpPr txBox="1"/>
          <p:nvPr/>
        </p:nvSpPr>
        <p:spPr>
          <a:xfrm>
            <a:off x="7315200" y="4152900"/>
            <a:ext cx="64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Barras - [SUP_BARRA]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Halteres - [SUP_HALTER]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Reto - [PUX_RETO]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Corda - [CORDA_SERG]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Romano - [PUX_ROMA]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Tornozelo - [PUX_TORNO]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Triângulo - [TRI_SERG]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Step Light - [STEP_LIGHT]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Colchonete - [COLCHONETE]</a:t>
            </a:r>
          </a:p>
        </p:txBody>
      </p:sp>
      <p:sp>
        <p:nvSpPr>
          <p:cNvPr id="4" name="TextBox 56">
            <a:extLst>
              <a:ext uri="{FF2B5EF4-FFF2-40B4-BE49-F238E27FC236}">
                <a16:creationId xmlns:a16="http://schemas.microsoft.com/office/drawing/2014/main" id="{9FA22094-D854-39BF-FCAA-784CE82CBBAC}"/>
              </a:ext>
            </a:extLst>
          </p:cNvPr>
          <p:cNvSpPr txBox="1"/>
          <p:nvPr/>
        </p:nvSpPr>
        <p:spPr>
          <a:xfrm>
            <a:off x="12192000" y="41529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[EXTRAS]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484725" cy="1432097"/>
            <a:chOff x="0" y="0"/>
            <a:chExt cx="1971286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1286" cy="377178"/>
            </a:xfrm>
            <a:custGeom>
              <a:avLst/>
              <a:gdLst/>
              <a:ahLst/>
              <a:cxnLst/>
              <a:rect l="l" t="t" r="r" b="b"/>
              <a:pathLst>
                <a:path w="1971286" h="377178">
                  <a:moveTo>
                    <a:pt x="0" y="0"/>
                  </a:moveTo>
                  <a:lnTo>
                    <a:pt x="1971286" y="0"/>
                  </a:lnTo>
                  <a:lnTo>
                    <a:pt x="1971286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71286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0" y="5676900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3817902" cy="50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4690" y="4254328"/>
            <a:ext cx="3787592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7400" y="1485900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64A623-64AA-D7C5-0304-64BA4F5D66C7}"/>
              </a:ext>
            </a:extLst>
          </p:cNvPr>
          <p:cNvSpPr txBox="1"/>
          <p:nvPr/>
        </p:nvSpPr>
        <p:spPr>
          <a:xfrm>
            <a:off x="9601200" y="7734300"/>
            <a:ext cx="9144000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Período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Promocional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[PROMO_MES]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[PROMO_VALOR]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9AE0EFA8-BA7A-D990-056B-F421926002C9}"/>
              </a:ext>
            </a:extLst>
          </p:cNvPr>
          <p:cNvSpPr txBox="1"/>
          <p:nvPr/>
        </p:nvSpPr>
        <p:spPr>
          <a:xfrm>
            <a:off x="9670026" y="3898574"/>
            <a:ext cx="7395990" cy="116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D61FD7D-B1F5-03B8-CB7A-B84485556263}"/>
              </a:ext>
            </a:extLst>
          </p:cNvPr>
          <p:cNvSpPr txBox="1"/>
          <p:nvPr/>
        </p:nvSpPr>
        <p:spPr>
          <a:xfrm>
            <a:off x="9670026" y="1506794"/>
            <a:ext cx="7395990" cy="195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/>
                <a:ea typeface="Open Sans"/>
                <a:cs typeface="Open Sans"/>
                <a:sym typeface="Open Sans"/>
              </a:rPr>
              <a:t>[UNIDADES]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[PRAZO]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A21155-7F8F-5A45-1F73-9362C07F4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404</Words>
  <Application>Microsoft Office PowerPoint</Application>
  <PresentationFormat>Custom</PresentationFormat>
  <Paragraphs>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Open Sans</vt:lpstr>
      <vt:lpstr>Arial</vt:lpstr>
      <vt:lpstr>Open Sans Bold</vt:lpstr>
      <vt:lpstr>Open Sans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DUO</dc:title>
  <dc:creator>Victor Barros</dc:creator>
  <cp:lastModifiedBy>Victor Barros</cp:lastModifiedBy>
  <cp:revision>27</cp:revision>
  <dcterms:created xsi:type="dcterms:W3CDTF">2006-08-16T00:00:00Z</dcterms:created>
  <dcterms:modified xsi:type="dcterms:W3CDTF">2026-10-19T18:40:02Z</dcterms:modified>
  <dc:identifier>DAHNU2YpKXs</dc:identifier>
</cp:coreProperties>
</file>