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anose="020B0606030504020204" pitchFamily="34" charset="0"/>
      <p:regular r:id="rId30"/>
      <p:bold r:id="rId31"/>
      <p:boldItalic r:id="rId32"/>
    </p:embeddedFont>
    <p:embeddedFont>
      <p:font typeface="Open Sans Bold" panose="020B0806030504020204" pitchFamily="34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AE52B4-BFB7-AF92-BE10-691CABAA3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C3DDC8-3990-4F2C-F26C-647DF420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sp>
        <p:nvSpPr>
          <p:cNvPr id="67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2514600" y="4152900"/>
            <a:ext cx="64008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–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–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</p:txBody>
      </p:sp>
      <p:sp>
        <p:nvSpPr>
          <p:cNvPr id="68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7315200" y="4152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6">
            <a:extLst>
              <a:ext uri="{FF2B5EF4-FFF2-40B4-BE49-F238E27FC236}">
                <a16:creationId xmlns:a16="http://schemas.microsoft.com/office/drawing/2014/main" id="{9FA22094-D854-39BF-FCAA-784CE82CBBAC}"/>
              </a:ext>
            </a:extLst>
          </p:cNvPr>
          <p:cNvSpPr txBox="1"/>
          <p:nvPr/>
        </p:nvSpPr>
        <p:spPr>
          <a:xfrm>
            <a:off x="12192000" y="4152900"/>
            <a:ext cx="426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9AE0EFA8-BA7A-D990-056B-F421926002C9}"/>
              </a:ext>
            </a:extLst>
          </p:cNvPr>
          <p:cNvSpPr txBox="1"/>
          <p:nvPr/>
        </p:nvSpPr>
        <p:spPr>
          <a:xfrm>
            <a:off x="9670026" y="3898574"/>
            <a:ext cx="7395990" cy="1165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:a16="http://schemas.microsoft.com/office/drawing/2014/main" id="{BD61FD7D-B1F5-03B8-CB7A-B84485556263}"/>
              </a:ext>
            </a:extLst>
          </p:cNvPr>
          <p:cNvSpPr txBox="1"/>
          <p:nvPr/>
        </p:nvSpPr>
        <p:spPr>
          <a:xfrm>
            <a:off x="9670026" y="1506794"/>
            <a:ext cx="7395990" cy="1951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10B01D-069C-38A8-70E7-C35A3FBEDC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404</Words>
  <Application>Microsoft Office PowerPoint</Application>
  <PresentationFormat>Custom</PresentationFormat>
  <Paragraphs>78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</vt:lpstr>
      <vt:lpstr>Open Sans Bold</vt:lpstr>
      <vt:lpstr>Open Sans Bold Italics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26</cp:revision>
  <dcterms:created xsi:type="dcterms:W3CDTF">2006-08-16T00:00:00Z</dcterms:created>
  <dcterms:modified xsi:type="dcterms:W3CDTF">2026-09-16T21:09:07Z</dcterms:modified>
  <dc:identifier>DAHNU2YpKXs</dc:identifier>
</cp:coreProperties>
</file>