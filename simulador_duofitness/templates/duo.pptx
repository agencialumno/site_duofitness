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8288000" cy="10287000"/>
  <p:notesSz cx="6858000" cy="9144000"/>
  <p:embeddedFontLst>
    <p:embeddedFont>
      <p:font typeface="Open Sans" pitchFamily="2" charset="0"/>
      <p:regular r:id="rId31"/>
      <p:bold r:id="rId32"/>
      <p:boldItalic r:id="rId33"/>
    </p:embeddedFont>
    <p:embeddedFont>
      <p:font typeface="Open Sans Bold" pitchFamily="2" charset="0"/>
      <p:bold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43916" y="8892868"/>
            <a:ext cx="702948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70904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71628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104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53649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0239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8572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8572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04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904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8913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5388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5388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755959"/>
            <a:ext cx="57150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60560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496283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60560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539367"/>
            <a:ext cx="335199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286</Words>
  <Application>Microsoft Office PowerPoint</Application>
  <PresentationFormat>Custom</PresentationFormat>
  <Paragraphs>98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Open Sans Bold Italics</vt:lpstr>
      <vt:lpstr>Arial</vt:lpstr>
      <vt:lpstr>Open Sans</vt:lpstr>
      <vt:lpstr>Calibri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7</cp:revision>
  <dcterms:created xsi:type="dcterms:W3CDTF">2006-08-16T00:00:00Z</dcterms:created>
  <dcterms:modified xsi:type="dcterms:W3CDTF">2026-06-30T15:58:20Z</dcterms:modified>
  <dc:identifier>DAHNU2YpKXs</dc:identifier>
</cp:coreProperties>
</file>