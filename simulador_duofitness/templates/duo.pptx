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5" r:id="rId14"/>
    <p:sldId id="268" r:id="rId15"/>
    <p:sldId id="270" r:id="rId16"/>
    <p:sldId id="273" r:id="rId17"/>
    <p:sldId id="269" r:id="rId18"/>
    <p:sldId id="275" r:id="rId19"/>
    <p:sldId id="274" r:id="rId20"/>
    <p:sldId id="276" r:id="rId21"/>
    <p:sldId id="278" r:id="rId22"/>
    <p:sldId id="277" r:id="rId23"/>
    <p:sldId id="279" r:id="rId24"/>
    <p:sldId id="280" r:id="rId25"/>
    <p:sldId id="281" r:id="rId26"/>
    <p:sldId id="282" r:id="rId27"/>
    <p:sldId id="283" r:id="rId28"/>
    <p:sldId id="284" r:id="rId29"/>
  </p:sldIdLst>
  <p:sldSz cx="18288000" cy="10287000"/>
  <p:notesSz cx="6858000" cy="9144000"/>
  <p:embeddedFontLst>
    <p:embeddedFont>
      <p:font typeface="Open Sans" panose="020B0806030504020204" pitchFamily="34" charset="0"/>
      <p:regular r:id="rId30"/>
      <p:bold r:id="rId31"/>
      <p:boldItalic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00"/>
    <a:srgbClr val="1912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1917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154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B55B603-80F3-3401-EC36-106890418E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5554EB-6192-7D60-653E-8534F78C9944}"/>
              </a:ext>
            </a:extLst>
          </p:cNvPr>
          <p:cNvSpPr txBox="1"/>
          <p:nvPr/>
        </p:nvSpPr>
        <p:spPr>
          <a:xfrm>
            <a:off x="7772400" y="7658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1638424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3931" y="7636273"/>
            <a:ext cx="7239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A5C2A8-01D7-D7F3-1A75-D947A552A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37C1AF-F209-374A-928D-1EB48049732A}"/>
              </a:ext>
            </a:extLst>
          </p:cNvPr>
          <p:cNvSpPr txBox="1"/>
          <p:nvPr/>
        </p:nvSpPr>
        <p:spPr>
          <a:xfrm>
            <a:off x="7772400" y="7658100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4000" y="7636273"/>
            <a:ext cx="6858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5A8814-47CF-9681-7B07-F1616B200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93530F-E201-BE38-7CD6-187BDECFD522}"/>
              </a:ext>
            </a:extLst>
          </p:cNvPr>
          <p:cNvSpPr txBox="1"/>
          <p:nvPr/>
        </p:nvSpPr>
        <p:spPr>
          <a:xfrm>
            <a:off x="7772400" y="7658100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763000" y="7658100"/>
            <a:ext cx="9982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620000" y="8953500"/>
            <a:ext cx="9220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1E31A3-769F-D5DC-876D-F0327AE82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1628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439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112775" y="4895896"/>
            <a:ext cx="84414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414353-6CD7-8607-46C7-6120C187B3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375818" y="6286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39000" y="8520061"/>
            <a:ext cx="87380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698690" y="8984030"/>
            <a:ext cx="67125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161DAF-895A-B196-F3C0-F6759CB13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781800" y="7734300"/>
            <a:ext cx="10134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F5B4B9-6CE3-C9C4-76B1-B98417ACA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073876" y="8420100"/>
            <a:ext cx="1084252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96000" y="6234061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A46832-8710-6AB8-7D28-B6D51F0465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7869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90440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8315428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15138D4-421A-804B-9B31-3C89E1DA79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629400" y="6438900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AEFA930-84F7-9A6A-D9FE-0EC501CFAF7A}"/>
              </a:ext>
            </a:extLst>
          </p:cNvPr>
          <p:cNvSpPr txBox="1"/>
          <p:nvPr/>
        </p:nvSpPr>
        <p:spPr>
          <a:xfrm>
            <a:off x="7467600" y="8344515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B6CB9E0-3E2F-1F48-F034-A2C48615AF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80010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001000" y="8295353"/>
            <a:ext cx="99060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70" name="Group 70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75" name="TextBox 75"/>
          <p:cNvSpPr txBox="1"/>
          <p:nvPr/>
        </p:nvSpPr>
        <p:spPr>
          <a:xfrm>
            <a:off x="7048872" y="2419315"/>
            <a:ext cx="426762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DUO</a:t>
            </a:r>
          </a:p>
        </p:txBody>
      </p:sp>
      <p:sp>
        <p:nvSpPr>
          <p:cNvPr id="67" name="TextBox 54">
            <a:extLst>
              <a:ext uri="{FF2B5EF4-FFF2-40B4-BE49-F238E27FC236}">
                <a16:creationId xmlns:a16="http://schemas.microsoft.com/office/drawing/2014/main" id="{7890AD9B-4CF0-2D52-8E59-0E6DA92C466E}"/>
              </a:ext>
            </a:extLst>
          </p:cNvPr>
          <p:cNvSpPr txBox="1"/>
          <p:nvPr/>
        </p:nvSpPr>
        <p:spPr>
          <a:xfrm>
            <a:off x="2514600" y="4152900"/>
            <a:ext cx="64008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–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–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</p:txBody>
      </p:sp>
      <p:sp>
        <p:nvSpPr>
          <p:cNvPr id="68" name="TextBox 56">
            <a:extLst>
              <a:ext uri="{FF2B5EF4-FFF2-40B4-BE49-F238E27FC236}">
                <a16:creationId xmlns:a16="http://schemas.microsoft.com/office/drawing/2014/main" id="{BF171062-2014-DD18-6968-266C90EAA782}"/>
              </a:ext>
            </a:extLst>
          </p:cNvPr>
          <p:cNvSpPr txBox="1"/>
          <p:nvPr/>
        </p:nvSpPr>
        <p:spPr>
          <a:xfrm>
            <a:off x="7315200" y="4152900"/>
            <a:ext cx="640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4" name="TextBox 56">
            <a:extLst>
              <a:ext uri="{FF2B5EF4-FFF2-40B4-BE49-F238E27FC236}">
                <a16:creationId xmlns:a16="http://schemas.microsoft.com/office/drawing/2014/main" id="{9FA22094-D854-39BF-FCAA-784CE82CBBAC}"/>
              </a:ext>
            </a:extLst>
          </p:cNvPr>
          <p:cNvSpPr txBox="1"/>
          <p:nvPr/>
        </p:nvSpPr>
        <p:spPr>
          <a:xfrm>
            <a:off x="12192000" y="4152900"/>
            <a:ext cx="4267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484725" cy="1432097"/>
            <a:chOff x="0" y="0"/>
            <a:chExt cx="1971286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971286" cy="377178"/>
            </a:xfrm>
            <a:custGeom>
              <a:avLst/>
              <a:gdLst/>
              <a:ahLst/>
              <a:cxnLst/>
              <a:rect l="l" t="t" r="r" b="b"/>
              <a:pathLst>
                <a:path w="1971286" h="377178">
                  <a:moveTo>
                    <a:pt x="0" y="0"/>
                  </a:moveTo>
                  <a:lnTo>
                    <a:pt x="1971286" y="0"/>
                  </a:lnTo>
                  <a:lnTo>
                    <a:pt x="1971286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971286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6769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3817902" cy="505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90" y="4254328"/>
            <a:ext cx="3787592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4859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64A623-64AA-D7C5-0304-64BA4F5D66C7}"/>
              </a:ext>
            </a:extLst>
          </p:cNvPr>
          <p:cNvSpPr txBox="1"/>
          <p:nvPr/>
        </p:nvSpPr>
        <p:spPr>
          <a:xfrm>
            <a:off x="9601200" y="77343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404</Words>
  <Application>Microsoft Office PowerPoint</Application>
  <PresentationFormat>Custom</PresentationFormat>
  <Paragraphs>70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Open Sans</vt:lpstr>
      <vt:lpstr>Arial</vt:lpstr>
      <vt:lpstr>Open Sans Bold</vt:lpstr>
      <vt:lpstr>Open Sans Bold Italics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DUO</dc:title>
  <dc:creator>Victor Barros</dc:creator>
  <cp:lastModifiedBy>Victor Barros</cp:lastModifiedBy>
  <cp:revision>20</cp:revision>
  <dcterms:created xsi:type="dcterms:W3CDTF">2006-08-16T00:00:00Z</dcterms:created>
  <dcterms:modified xsi:type="dcterms:W3CDTF">2026-08-04T17:52:44Z</dcterms:modified>
  <dc:identifier>DAHNU2YpKXs</dc:identifier>
</cp:coreProperties>
</file>