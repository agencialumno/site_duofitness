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0" r:id="rId34"/>
    <p:sldId id="291" r:id="rId35"/>
  </p:sldIdLst>
  <p:sldSz cx="18288000" cy="10287000"/>
  <p:notesSz cx="6858000" cy="9144000"/>
  <p:embeddedFontLst>
    <p:embeddedFont>
      <p:font typeface="Open Sans" panose="020B0606030504020204" pitchFamily="34" charset="0"/>
      <p:regular r:id="rId36"/>
      <p:bold r:id="rId37"/>
      <p:boldItalic r:id="rId38"/>
    </p:embeddedFont>
    <p:embeddedFont>
      <p:font typeface="Open Sans Bold" panose="020B0806030504020204" pitchFamily="34" charset="0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87B7CD-94D3-1588-93F3-6349BAC05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8F3BDC-C486-2F9A-E8E0-ECCDD5C38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  <p:sp>
        <p:nvSpPr>
          <p:cNvPr id="65" name="TextBox 54">
            <a:extLst>
              <a:ext uri="{FF2B5EF4-FFF2-40B4-BE49-F238E27FC236}">
                <a16:creationId xmlns:a16="http://schemas.microsoft.com/office/drawing/2014/main" id="{AA16EBDB-8D73-B455-0B0E-FE76E9F0186A}"/>
              </a:ext>
            </a:extLst>
          </p:cNvPr>
          <p:cNvSpPr txBox="1"/>
          <p:nvPr/>
        </p:nvSpPr>
        <p:spPr>
          <a:xfrm>
            <a:off x="3352800" y="3771900"/>
            <a:ext cx="64008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0" name="TextBox 54">
            <a:extLst>
              <a:ext uri="{FF2B5EF4-FFF2-40B4-BE49-F238E27FC236}">
                <a16:creationId xmlns:a16="http://schemas.microsoft.com/office/drawing/2014/main" id="{EB0180F3-0E1A-7A45-E60C-0298EB6E24E9}"/>
              </a:ext>
            </a:extLst>
          </p:cNvPr>
          <p:cNvSpPr txBox="1"/>
          <p:nvPr/>
        </p:nvSpPr>
        <p:spPr>
          <a:xfrm>
            <a:off x="7772399" y="3771900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</p:txBody>
      </p:sp>
      <p:sp>
        <p:nvSpPr>
          <p:cNvPr id="102" name="TextBox 54">
            <a:extLst>
              <a:ext uri="{FF2B5EF4-FFF2-40B4-BE49-F238E27FC236}">
                <a16:creationId xmlns:a16="http://schemas.microsoft.com/office/drawing/2014/main" id="{78E03865-0CD0-311B-9FC9-19D86E11148A}"/>
              </a:ext>
            </a:extLst>
          </p:cNvPr>
          <p:cNvSpPr txBox="1"/>
          <p:nvPr/>
        </p:nvSpPr>
        <p:spPr>
          <a:xfrm>
            <a:off x="7772399" y="6515100"/>
            <a:ext cx="64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6" name="TextBox 54">
            <a:extLst>
              <a:ext uri="{FF2B5EF4-FFF2-40B4-BE49-F238E27FC236}">
                <a16:creationId xmlns:a16="http://schemas.microsoft.com/office/drawing/2014/main" id="{753FFDC1-F773-1117-40FB-B43D957851FF}"/>
              </a:ext>
            </a:extLst>
          </p:cNvPr>
          <p:cNvSpPr txBox="1"/>
          <p:nvPr/>
        </p:nvSpPr>
        <p:spPr>
          <a:xfrm>
            <a:off x="12339485" y="3778045"/>
            <a:ext cx="3510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4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D5435-B4F7-F8EC-7A30-56BE577B426C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2BAC63A0-B419-EAC6-AE82-9DA9C81C1767}"/>
              </a:ext>
            </a:extLst>
          </p:cNvPr>
          <p:cNvSpPr txBox="1"/>
          <p:nvPr/>
        </p:nvSpPr>
        <p:spPr>
          <a:xfrm>
            <a:off x="9670026" y="3898574"/>
            <a:ext cx="7395990" cy="1165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0FBD80AE-79F3-4BFA-9BED-C92AF9FF8377}"/>
              </a:ext>
            </a:extLst>
          </p:cNvPr>
          <p:cNvSpPr txBox="1"/>
          <p:nvPr/>
        </p:nvSpPr>
        <p:spPr>
          <a:xfrm>
            <a:off x="9670026" y="1506794"/>
            <a:ext cx="7395990" cy="1951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7E50E51-A823-7FBD-EF66-3D770A9C58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482</Words>
  <Application>Microsoft Office PowerPoint</Application>
  <PresentationFormat>Custom</PresentationFormat>
  <Paragraphs>89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Open Sans Bold</vt:lpstr>
      <vt:lpstr>Open Sans Bold Italics</vt:lpstr>
      <vt:lpstr>Calibri</vt:lpstr>
      <vt:lpstr>Arial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dc:creator>Victor Barros</dc:creator>
  <cp:lastModifiedBy>Victor Barros</cp:lastModifiedBy>
  <cp:revision>21</cp:revision>
  <dcterms:created xsi:type="dcterms:W3CDTF">2006-08-16T00:00:00Z</dcterms:created>
  <dcterms:modified xsi:type="dcterms:W3CDTF">2026-08-07T02:30:58Z</dcterms:modified>
  <dc:identifier>DAHNWqmJ_FE</dc:identifier>
</cp:coreProperties>
</file>