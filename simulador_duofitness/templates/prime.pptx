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92" r:id="rId14"/>
    <p:sldId id="268" r:id="rId15"/>
    <p:sldId id="269" r:id="rId16"/>
    <p:sldId id="293" r:id="rId17"/>
    <p:sldId id="294" r:id="rId18"/>
    <p:sldId id="295" r:id="rId19"/>
    <p:sldId id="272" r:id="rId20"/>
    <p:sldId id="271" r:id="rId21"/>
    <p:sldId id="274" r:id="rId22"/>
    <p:sldId id="270" r:id="rId23"/>
    <p:sldId id="275" r:id="rId24"/>
    <p:sldId id="282" r:id="rId25"/>
    <p:sldId id="281" r:id="rId26"/>
    <p:sldId id="283" r:id="rId27"/>
    <p:sldId id="287" r:id="rId28"/>
    <p:sldId id="296" r:id="rId29"/>
    <p:sldId id="286" r:id="rId30"/>
    <p:sldId id="288" r:id="rId31"/>
    <p:sldId id="297" r:id="rId32"/>
    <p:sldId id="289" r:id="rId33"/>
    <p:sldId id="290" r:id="rId34"/>
    <p:sldId id="291" r:id="rId35"/>
  </p:sldIdLst>
  <p:sldSz cx="18288000" cy="10287000"/>
  <p:notesSz cx="6858000" cy="9144000"/>
  <p:embeddedFontLst>
    <p:embeddedFont>
      <p:font typeface="Open Sans" pitchFamily="2" charset="0"/>
      <p:regular r:id="rId36"/>
      <p:bold r:id="rId37"/>
      <p:boldItalic r:id="rId38"/>
    </p:embeddedFont>
    <p:embeddedFont>
      <p:font typeface="Open Sans Bold" pitchFamily="2" charset="0"/>
      <p:bold r:id="rId3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4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3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3074"/>
            <a:ext cx="4345068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3892034" cy="381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 da proposta: 10 dias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458200" y="7658100"/>
            <a:ext cx="96774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48F3BDC-C486-2F9A-E8E0-ECCDD5C386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A87AE5B-C1E3-112B-B1C9-0D30E253FF06}"/>
              </a:ext>
            </a:extLst>
          </p:cNvPr>
          <p:cNvSpPr txBox="1"/>
          <p:nvPr/>
        </p:nvSpPr>
        <p:spPr>
          <a:xfrm>
            <a:off x="7772400" y="7658100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5944701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24800" y="7658100"/>
            <a:ext cx="9982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FA0D661-2A3A-80A1-13F4-5DD46F1315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43800" y="7734300"/>
            <a:ext cx="9829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[ELIPTICO]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78221D-F4D1-564C-188E-30DD217730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1D5C025-CFAF-54D9-9160-8C9A957F0038}"/>
              </a:ext>
            </a:extLst>
          </p:cNvPr>
          <p:cNvSpPr txBox="1"/>
          <p:nvPr/>
        </p:nvSpPr>
        <p:spPr>
          <a:xfrm>
            <a:off x="7543800" y="77343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[CROSS_ANG]</a:t>
            </a:r>
          </a:p>
        </p:txBody>
      </p:sp>
    </p:spTree>
    <p:extLst>
      <p:ext uri="{BB962C8B-B14F-4D97-AF65-F5344CB8AC3E}">
        <p14:creationId xmlns:p14="http://schemas.microsoft.com/office/powerpoint/2010/main" val="24778430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183513A-5B5E-833A-454D-B5DEDC6A56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951189-F7BF-0319-4AF8-B29E97C6D0F0}"/>
              </a:ext>
            </a:extLst>
          </p:cNvPr>
          <p:cNvSpPr txBox="1"/>
          <p:nvPr/>
        </p:nvSpPr>
        <p:spPr>
          <a:xfrm>
            <a:off x="7543800" y="77343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  <p:extLst>
      <p:ext uri="{BB962C8B-B14F-4D97-AF65-F5344CB8AC3E}">
        <p14:creationId xmlns:p14="http://schemas.microsoft.com/office/powerpoint/2010/main" val="7031912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EB7C5B0-B97A-1386-ED0D-8D3C46AF4F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AA36801-2C9D-A6C3-8E93-70276A92D285}"/>
              </a:ext>
            </a:extLst>
          </p:cNvPr>
          <p:cNvSpPr txBox="1"/>
          <p:nvPr/>
        </p:nvSpPr>
        <p:spPr>
          <a:xfrm>
            <a:off x="8153400" y="77343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[G_MAX]</a:t>
            </a:r>
          </a:p>
        </p:txBody>
      </p:sp>
    </p:spTree>
    <p:extLst>
      <p:ext uri="{BB962C8B-B14F-4D97-AF65-F5344CB8AC3E}">
        <p14:creationId xmlns:p14="http://schemas.microsoft.com/office/powerpoint/2010/main" val="10912415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7224E9D-A402-099C-D6C0-AA5528E499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835386" y="7687709"/>
            <a:ext cx="109004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[LEG_PRESS]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C842CB8-DD73-764E-7CD1-F13F300F5F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010400" y="7734300"/>
            <a:ext cx="10515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[PEIT_DORS]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077200" y="7658100"/>
            <a:ext cx="105918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543800" y="8877300"/>
            <a:ext cx="9220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9F7079E-875D-A3A8-CDE2-907FDF1E0A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372465" y="7687709"/>
            <a:ext cx="1022033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[PULLEY]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76D07E9-B2F3-B4F1-2130-7AD3F6C297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5791200" y="7636273"/>
            <a:ext cx="1173479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934200" y="7636273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27103F3-0A44-6BBD-1050-5EF3F5535D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5867400" y="6210300"/>
            <a:ext cx="9525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858000" y="8420100"/>
            <a:ext cx="89916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E0E7276-F9C4-61F5-C0D7-E24CB57924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705600" y="7658100"/>
            <a:ext cx="83058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FD7004-FC2A-5D91-103B-E140F79F6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0FCDBB8D-F0E0-0156-953B-C3077DF00D7C}"/>
              </a:ext>
            </a:extLst>
          </p:cNvPr>
          <p:cNvSpPr txBox="1"/>
          <p:nvPr/>
        </p:nvSpPr>
        <p:spPr>
          <a:xfrm>
            <a:off x="6019800" y="6286500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D1E45-E127-A5C9-5081-24645E66C2EF}"/>
              </a:ext>
            </a:extLst>
          </p:cNvPr>
          <p:cNvSpPr txBox="1"/>
          <p:nvPr/>
        </p:nvSpPr>
        <p:spPr>
          <a:xfrm>
            <a:off x="6019800" y="8324850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</p:spTree>
    <p:extLst>
      <p:ext uri="{BB962C8B-B14F-4D97-AF65-F5344CB8AC3E}">
        <p14:creationId xmlns:p14="http://schemas.microsoft.com/office/powerpoint/2010/main" val="28174580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7519885" y="5270903"/>
            <a:ext cx="558651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329510" y="7130499"/>
            <a:ext cx="57674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210572" y="8938978"/>
            <a:ext cx="57674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1BC39B1-9E3B-296D-4870-E77BCC77EB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4AC4FAC8-9FA6-EA67-8465-1F8FD2528B66}"/>
              </a:ext>
            </a:extLst>
          </p:cNvPr>
          <p:cNvSpPr txBox="1"/>
          <p:nvPr/>
        </p:nvSpPr>
        <p:spPr>
          <a:xfrm>
            <a:off x="7848600" y="5308852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2EB15227-D1E4-0FB1-ACC2-234E9B6CBBCF}"/>
              </a:ext>
            </a:extLst>
          </p:cNvPr>
          <p:cNvSpPr txBox="1"/>
          <p:nvPr/>
        </p:nvSpPr>
        <p:spPr>
          <a:xfrm>
            <a:off x="8115300" y="7124700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046536EE-1AD1-6024-C0D6-7AB5416F790F}"/>
              </a:ext>
            </a:extLst>
          </p:cNvPr>
          <p:cNvSpPr txBox="1"/>
          <p:nvPr/>
        </p:nvSpPr>
        <p:spPr>
          <a:xfrm>
            <a:off x="8610600" y="8862202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2F15608-5FCD-84C4-4722-0EDD933C17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268384" y="6362700"/>
            <a:ext cx="8285816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91400" y="8324850"/>
            <a:ext cx="8839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A6F59D9-0605-0682-46B2-57F8F444F8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C36F429E-6BD1-3844-5EFC-A1340270FB62}"/>
              </a:ext>
            </a:extLst>
          </p:cNvPr>
          <p:cNvSpPr txBox="1"/>
          <p:nvPr/>
        </p:nvSpPr>
        <p:spPr>
          <a:xfrm>
            <a:off x="7531510" y="6331524"/>
            <a:ext cx="9809816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B34F8E33-6B35-AC21-D57A-63F93640CEC6}"/>
              </a:ext>
            </a:extLst>
          </p:cNvPr>
          <p:cNvSpPr txBox="1"/>
          <p:nvPr/>
        </p:nvSpPr>
        <p:spPr>
          <a:xfrm>
            <a:off x="8514416" y="8314403"/>
            <a:ext cx="8839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  <p:extLst>
      <p:ext uri="{BB962C8B-B14F-4D97-AF65-F5344CB8AC3E}">
        <p14:creationId xmlns:p14="http://schemas.microsoft.com/office/powerpoint/2010/main" val="32393709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828628" y="3841285"/>
            <a:ext cx="3562448" cy="43461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Leg Press 90°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Smith Machine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Super Rack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Agachamento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Supino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Horizontal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Regulável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110kg Halteres 1-10kg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100kg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Anilhas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(1,30/kg)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1125kg Halteres 12,5 - 50kg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Rack Vertical - (10 pares)</a:t>
            </a: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Suporte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Barras /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Anilhas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grpSp>
        <p:nvGrpSpPr>
          <p:cNvPr id="4" name="Group 4"/>
          <p:cNvGrpSpPr/>
          <p:nvPr/>
        </p:nvGrpSpPr>
        <p:grpSpPr>
          <a:xfrm>
            <a:off x="2590800" y="4066729"/>
            <a:ext cx="344825" cy="278090"/>
            <a:chOff x="0" y="0"/>
            <a:chExt cx="62793" cy="7324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590800" y="4428746"/>
            <a:ext cx="344825" cy="278090"/>
            <a:chOff x="0" y="0"/>
            <a:chExt cx="62793" cy="7324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483803" y="3921136"/>
            <a:ext cx="344825" cy="278090"/>
            <a:chOff x="0" y="0"/>
            <a:chExt cx="62793" cy="7324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7474278" y="4285207"/>
            <a:ext cx="344825" cy="278090"/>
            <a:chOff x="0" y="0"/>
            <a:chExt cx="62793" cy="7324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7474278" y="4675732"/>
            <a:ext cx="344825" cy="278090"/>
            <a:chOff x="0" y="0"/>
            <a:chExt cx="62793" cy="7324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7474278" y="5056732"/>
            <a:ext cx="344825" cy="278090"/>
            <a:chOff x="0" y="0"/>
            <a:chExt cx="62793" cy="732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7483804" y="5443427"/>
            <a:ext cx="335300" cy="278090"/>
            <a:chOff x="0" y="0"/>
            <a:chExt cx="62793" cy="73242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2573000" y="3913658"/>
            <a:ext cx="325897" cy="278090"/>
            <a:chOff x="0" y="0"/>
            <a:chExt cx="62793" cy="73242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7" name="TextBox 2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573000" y="4294725"/>
            <a:ext cx="325897" cy="278090"/>
            <a:chOff x="0" y="0"/>
            <a:chExt cx="62793" cy="7324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2573000" y="4677590"/>
            <a:ext cx="325897" cy="278090"/>
            <a:chOff x="0" y="0"/>
            <a:chExt cx="62793" cy="73242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573000" y="5060455"/>
            <a:ext cx="325897" cy="278090"/>
            <a:chOff x="0" y="0"/>
            <a:chExt cx="62793" cy="73242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6" name="TextBox 3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12573000" y="5443319"/>
            <a:ext cx="325897" cy="278090"/>
            <a:chOff x="0" y="0"/>
            <a:chExt cx="62793" cy="7324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9" name="TextBox 3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2573000" y="5821769"/>
            <a:ext cx="325897" cy="278090"/>
            <a:chOff x="0" y="0"/>
            <a:chExt cx="62793" cy="7324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2" name="TextBox 4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2573000" y="6204634"/>
            <a:ext cx="325897" cy="278090"/>
            <a:chOff x="0" y="0"/>
            <a:chExt cx="62793" cy="73242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5" name="TextBox 4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12573000" y="6597023"/>
            <a:ext cx="325897" cy="278090"/>
            <a:chOff x="0" y="0"/>
            <a:chExt cx="62793" cy="73242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8" name="TextBox 4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2573000" y="6979888"/>
            <a:ext cx="325897" cy="278090"/>
            <a:chOff x="0" y="0"/>
            <a:chExt cx="62793" cy="73242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1" name="TextBox 5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12573000" y="7362753"/>
            <a:ext cx="325897" cy="278090"/>
            <a:chOff x="0" y="0"/>
            <a:chExt cx="62793" cy="73242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4" name="TextBox 5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12573000" y="7745617"/>
            <a:ext cx="325897" cy="278090"/>
            <a:chOff x="0" y="0"/>
            <a:chExt cx="62793" cy="73242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7" name="TextBox 5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7474278" y="7001293"/>
            <a:ext cx="344825" cy="278090"/>
            <a:chOff x="0" y="0"/>
            <a:chExt cx="62793" cy="73242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0" name="TextBox 6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7483804" y="7374633"/>
            <a:ext cx="335300" cy="278090"/>
            <a:chOff x="0" y="0"/>
            <a:chExt cx="62793" cy="73242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3" name="TextBox 6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2590800" y="4817285"/>
            <a:ext cx="344825" cy="278090"/>
            <a:chOff x="0" y="0"/>
            <a:chExt cx="62793" cy="73242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9" name="TextBox 6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2590800" y="5201245"/>
            <a:ext cx="344825" cy="278090"/>
            <a:chOff x="0" y="0"/>
            <a:chExt cx="62793" cy="73242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2" name="TextBox 7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2590800" y="5593635"/>
            <a:ext cx="344825" cy="278090"/>
            <a:chOff x="0" y="0"/>
            <a:chExt cx="62793" cy="73242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5" name="TextBox 7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2590800" y="5976500"/>
            <a:ext cx="344825" cy="278090"/>
            <a:chOff x="0" y="0"/>
            <a:chExt cx="62793" cy="73242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8" name="TextBox 7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2590800" y="6359364"/>
            <a:ext cx="344825" cy="278090"/>
            <a:chOff x="0" y="0"/>
            <a:chExt cx="62793" cy="73242"/>
          </a:xfrm>
        </p:grpSpPr>
        <p:sp>
          <p:nvSpPr>
            <p:cNvPr id="80" name="Freeform 8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1" name="TextBox 8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82" name="Group 82"/>
          <p:cNvGrpSpPr/>
          <p:nvPr/>
        </p:nvGrpSpPr>
        <p:grpSpPr>
          <a:xfrm>
            <a:off x="2590800" y="6751754"/>
            <a:ext cx="344825" cy="278090"/>
            <a:chOff x="0" y="0"/>
            <a:chExt cx="62793" cy="73242"/>
          </a:xfrm>
        </p:grpSpPr>
        <p:sp>
          <p:nvSpPr>
            <p:cNvPr id="83" name="Freeform 8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4" name="TextBox 8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85" name="Group 85"/>
          <p:cNvGrpSpPr/>
          <p:nvPr/>
        </p:nvGrpSpPr>
        <p:grpSpPr>
          <a:xfrm>
            <a:off x="2590800" y="7134619"/>
            <a:ext cx="344825" cy="278090"/>
            <a:chOff x="0" y="0"/>
            <a:chExt cx="62793" cy="73242"/>
          </a:xfrm>
        </p:grpSpPr>
        <p:sp>
          <p:nvSpPr>
            <p:cNvPr id="86" name="Freeform 8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7" name="TextBox 8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2590800" y="7507958"/>
            <a:ext cx="344825" cy="278090"/>
            <a:chOff x="0" y="0"/>
            <a:chExt cx="62793" cy="73242"/>
          </a:xfrm>
        </p:grpSpPr>
        <p:sp>
          <p:nvSpPr>
            <p:cNvPr id="89" name="Freeform 8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0" name="TextBox 9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91" name="Group 91"/>
          <p:cNvGrpSpPr/>
          <p:nvPr/>
        </p:nvGrpSpPr>
        <p:grpSpPr>
          <a:xfrm>
            <a:off x="2590801" y="7900348"/>
            <a:ext cx="335300" cy="278090"/>
            <a:chOff x="0" y="0"/>
            <a:chExt cx="62793" cy="73242"/>
          </a:xfrm>
        </p:grpSpPr>
        <p:sp>
          <p:nvSpPr>
            <p:cNvPr id="92" name="Freeform 9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3" name="TextBox 9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94" name="Group 94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95" name="Freeform 95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6" name="TextBox 96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97" name="TextBox 97"/>
          <p:cNvSpPr txBox="1"/>
          <p:nvPr/>
        </p:nvSpPr>
        <p:spPr>
          <a:xfrm>
            <a:off x="2935625" y="3993485"/>
            <a:ext cx="3902113" cy="4206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Esteira Profissional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Bicicleta Spinning Magnética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Simulador de Escada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 Extensora / Flexora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Dual Cable Crossover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Leg Press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Máquina de Bíceps / Tríceps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 Adutora / Abdutora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Remada Vertical Pro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Voador Peitoral e Dorsal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Supino Reto e Desenv. Ombro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12908422" y="3833081"/>
            <a:ext cx="4394015" cy="43461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(1800mm)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(1200mm)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Curvada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Triângulo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Cross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Corda Cross</a:t>
            </a: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Puxador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Tríceps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Remada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Reta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Step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Ajustável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Colchonetes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Tornozeleira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Polia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6748413" y="2419315"/>
            <a:ext cx="4868543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PRIME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677048" y="78105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403516" cy="5225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524670" cy="10193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863310" y="852895"/>
            <a:ext cx="7395990" cy="87102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Equipamentos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Extras: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[EQUIP_EXTRA]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421</Words>
  <Application>Microsoft Office PowerPoint</Application>
  <PresentationFormat>Custom</PresentationFormat>
  <Paragraphs>119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Open Sans</vt:lpstr>
      <vt:lpstr>Open Sans Bold</vt:lpstr>
      <vt:lpstr>Open Sans Bold Italics</vt:lpstr>
      <vt:lpstr>Calibri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PRIME</dc:title>
  <cp:lastModifiedBy>Victor Barros</cp:lastModifiedBy>
  <cp:revision>11</cp:revision>
  <dcterms:created xsi:type="dcterms:W3CDTF">2006-08-16T00:00:00Z</dcterms:created>
  <dcterms:modified xsi:type="dcterms:W3CDTF">2026-07-10T20:57:09Z</dcterms:modified>
  <dc:identifier>DAHNWqmJ_FE</dc:identifier>
</cp:coreProperties>
</file>