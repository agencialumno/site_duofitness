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2" r:id="rId14"/>
    <p:sldId id="268" r:id="rId15"/>
    <p:sldId id="269" r:id="rId16"/>
    <p:sldId id="293" r:id="rId17"/>
    <p:sldId id="294" r:id="rId18"/>
    <p:sldId id="295" r:id="rId19"/>
    <p:sldId id="272" r:id="rId20"/>
    <p:sldId id="271" r:id="rId21"/>
    <p:sldId id="274" r:id="rId22"/>
    <p:sldId id="270" r:id="rId23"/>
    <p:sldId id="275" r:id="rId24"/>
    <p:sldId id="282" r:id="rId25"/>
    <p:sldId id="281" r:id="rId26"/>
    <p:sldId id="283" r:id="rId27"/>
    <p:sldId id="287" r:id="rId28"/>
    <p:sldId id="296" r:id="rId29"/>
    <p:sldId id="286" r:id="rId30"/>
    <p:sldId id="288" r:id="rId31"/>
    <p:sldId id="297" r:id="rId32"/>
    <p:sldId id="289" r:id="rId33"/>
    <p:sldId id="290" r:id="rId34"/>
    <p:sldId id="291" r:id="rId35"/>
  </p:sldIdLst>
  <p:sldSz cx="18288000" cy="10287000"/>
  <p:notesSz cx="6858000" cy="9144000"/>
  <p:embeddedFontLst>
    <p:embeddedFont>
      <p:font typeface="Open Sans" pitchFamily="2" charset="0"/>
      <p:regular r:id="rId36"/>
      <p:bold r:id="rId37"/>
      <p:boldItalic r:id="rId38"/>
    </p:embeddedFont>
    <p:embeddedFont>
      <p:font typeface="Open Sans Bold" pitchFamily="2" charset="0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9874" y="5415783"/>
            <a:ext cx="4345068" cy="826209"/>
            <a:chOff x="0" y="0"/>
            <a:chExt cx="1437020" cy="273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83941" y="5415783"/>
            <a:ext cx="4345068" cy="826209"/>
            <a:chOff x="0" y="0"/>
            <a:chExt cx="1437020" cy="273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7064" y="5523074"/>
            <a:ext cx="4345068" cy="53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62"/>
              </a:lnSpc>
            </a:pPr>
            <a:r>
              <a:rPr lang="en-US" sz="25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9874" y="6368859"/>
            <a:ext cx="3892034" cy="38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Validade da proposta: 10 dias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7720" y="5508677"/>
            <a:ext cx="1530522" cy="57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333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Cliente: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87B7CD-94D3-1588-93F3-6349BAC05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458200" y="7658100"/>
            <a:ext cx="96774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[ESTEIRA]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27DE1A-A629-052F-7EE1-899D80BE8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87AE5B-C1E3-112B-B1C9-0D30E253FF06}"/>
              </a:ext>
            </a:extLst>
          </p:cNvPr>
          <p:cNvSpPr txBox="1"/>
          <p:nvPr/>
        </p:nvSpPr>
        <p:spPr>
          <a:xfrm>
            <a:off x="7772400" y="7658100"/>
            <a:ext cx="11049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[BIKE_KIKOS]</a:t>
            </a:r>
          </a:p>
        </p:txBody>
      </p:sp>
    </p:spTree>
    <p:extLst>
      <p:ext uri="{BB962C8B-B14F-4D97-AF65-F5344CB8AC3E}">
        <p14:creationId xmlns:p14="http://schemas.microsoft.com/office/powerpoint/2010/main" val="594470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24800" y="7658100"/>
            <a:ext cx="99822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[BIKE_SPI]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A0D661-2A3A-80A1-13F4-5DD46F131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543800" y="7734300"/>
            <a:ext cx="9829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[ELIPTICO]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78221D-F4D1-564C-188E-30DD21773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D5C025-CFAF-54D9-9160-8C9A957F0038}"/>
              </a:ext>
            </a:extLst>
          </p:cNvPr>
          <p:cNvSpPr txBox="1"/>
          <p:nvPr/>
        </p:nvSpPr>
        <p:spPr>
          <a:xfrm>
            <a:off x="7543800" y="7734300"/>
            <a:ext cx="11353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[CROSS_ANG]</a:t>
            </a:r>
          </a:p>
        </p:txBody>
      </p:sp>
    </p:spTree>
    <p:extLst>
      <p:ext uri="{BB962C8B-B14F-4D97-AF65-F5344CB8AC3E}">
        <p14:creationId xmlns:p14="http://schemas.microsoft.com/office/powerpoint/2010/main" val="2477843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83513A-5B5E-833A-454D-B5DEDC6A5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951189-F7BF-0319-4AF8-B29E97C6D0F0}"/>
              </a:ext>
            </a:extLst>
          </p:cNvPr>
          <p:cNvSpPr txBox="1"/>
          <p:nvPr/>
        </p:nvSpPr>
        <p:spPr>
          <a:xfrm>
            <a:off x="7543800" y="7734300"/>
            <a:ext cx="11353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[CROSS_SMITH]</a:t>
            </a:r>
          </a:p>
        </p:txBody>
      </p:sp>
    </p:spTree>
    <p:extLst>
      <p:ext uri="{BB962C8B-B14F-4D97-AF65-F5344CB8AC3E}">
        <p14:creationId xmlns:p14="http://schemas.microsoft.com/office/powerpoint/2010/main" val="703191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7C5B0-B97A-1386-ED0D-8D3C46AF4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A36801-2C9D-A6C3-8E93-70276A92D285}"/>
              </a:ext>
            </a:extLst>
          </p:cNvPr>
          <p:cNvSpPr txBox="1"/>
          <p:nvPr/>
        </p:nvSpPr>
        <p:spPr>
          <a:xfrm>
            <a:off x="8153400" y="7734300"/>
            <a:ext cx="11353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[G_MAX]</a:t>
            </a:r>
          </a:p>
        </p:txBody>
      </p:sp>
    </p:spTree>
    <p:extLst>
      <p:ext uri="{BB962C8B-B14F-4D97-AF65-F5344CB8AC3E}">
        <p14:creationId xmlns:p14="http://schemas.microsoft.com/office/powerpoint/2010/main" val="1091241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224E9D-A402-099C-D6C0-AA5528E49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835386" y="7687709"/>
            <a:ext cx="10900414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[LEG_PRESS]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842CB8-DD73-764E-7CD1-F13F300F5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010400" y="7734300"/>
            <a:ext cx="105156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[PEIT_DORS]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77200" y="7658100"/>
            <a:ext cx="105918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[AD_ABD]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43800" y="8877300"/>
            <a:ext cx="92202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[EX_FLX]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F7079E-875D-A3A8-CDE2-907FDF1E0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372465" y="7687709"/>
            <a:ext cx="10220335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[PULLEY]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6D07E9-B2F3-B4F1-2130-7AD3F6C29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791200" y="7636273"/>
            <a:ext cx="11734799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[BANCO_MULT]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34200" y="7636273"/>
            <a:ext cx="10744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[BANCO_SUP]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7103F3-0A44-6BBD-1050-5EF3F5535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867400" y="6210300"/>
            <a:ext cx="9525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[HALTER]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0" y="8420100"/>
            <a:ext cx="8991600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[ANILHA]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0E7276-F9C4-61F5-C0D7-E24CB5792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705600" y="7658100"/>
            <a:ext cx="8305800" cy="862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[BARRA_W]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FD7004-FC2A-5D91-103B-E140F79F6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FCDBB8D-F0E0-0156-953B-C3077DF00D7C}"/>
              </a:ext>
            </a:extLst>
          </p:cNvPr>
          <p:cNvSpPr txBox="1"/>
          <p:nvPr/>
        </p:nvSpPr>
        <p:spPr>
          <a:xfrm>
            <a:off x="6019800" y="6286500"/>
            <a:ext cx="9982200" cy="862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[SUP_BARRA]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D1E45-E127-A5C9-5081-24645E66C2EF}"/>
              </a:ext>
            </a:extLst>
          </p:cNvPr>
          <p:cNvSpPr txBox="1"/>
          <p:nvPr/>
        </p:nvSpPr>
        <p:spPr>
          <a:xfrm>
            <a:off x="6019800" y="8324850"/>
            <a:ext cx="9982200" cy="862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[SUP_HALTER]</a:t>
            </a:r>
          </a:p>
        </p:txBody>
      </p:sp>
    </p:spTree>
    <p:extLst>
      <p:ext uri="{BB962C8B-B14F-4D97-AF65-F5344CB8AC3E}">
        <p14:creationId xmlns:p14="http://schemas.microsoft.com/office/powerpoint/2010/main" val="2817458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519885" y="5270903"/>
            <a:ext cx="5586515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29510" y="7130499"/>
            <a:ext cx="576749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10572" y="8938978"/>
            <a:ext cx="576749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C39B1-9E3B-296D-4870-E77BCC77E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4AC4FAC8-9FA6-EA67-8465-1F8FD2528B66}"/>
              </a:ext>
            </a:extLst>
          </p:cNvPr>
          <p:cNvSpPr txBox="1"/>
          <p:nvPr/>
        </p:nvSpPr>
        <p:spPr>
          <a:xfrm>
            <a:off x="7848600" y="5308852"/>
            <a:ext cx="9982200" cy="862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[TRI_SERG]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2EB15227-D1E4-0FB1-ACC2-234E9B6CBBCF}"/>
              </a:ext>
            </a:extLst>
          </p:cNvPr>
          <p:cNvSpPr txBox="1"/>
          <p:nvPr/>
        </p:nvSpPr>
        <p:spPr>
          <a:xfrm>
            <a:off x="8115300" y="7124700"/>
            <a:ext cx="9982200" cy="862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[CORDA_SERG]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046536EE-1AD1-6024-C0D6-7AB5416F790F}"/>
              </a:ext>
            </a:extLst>
          </p:cNvPr>
          <p:cNvSpPr txBox="1"/>
          <p:nvPr/>
        </p:nvSpPr>
        <p:spPr>
          <a:xfrm>
            <a:off x="8610600" y="8862202"/>
            <a:ext cx="9982200" cy="862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[PUX_ROMA]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F15608-5FCD-84C4-4722-0EDD933C1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268384" y="6362700"/>
            <a:ext cx="8285816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[PUX_RETO]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91400" y="8324850"/>
            <a:ext cx="883920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[PUX_TORNO]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6F59D9-0605-0682-46B2-57F8F444F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C36F429E-6BD1-3844-5EFC-A1340270FB62}"/>
              </a:ext>
            </a:extLst>
          </p:cNvPr>
          <p:cNvSpPr txBox="1"/>
          <p:nvPr/>
        </p:nvSpPr>
        <p:spPr>
          <a:xfrm>
            <a:off x="7531510" y="6331524"/>
            <a:ext cx="9809816" cy="862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[COLCHONETE]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34F8E33-6B35-AC21-D57A-63F93640CEC6}"/>
              </a:ext>
            </a:extLst>
          </p:cNvPr>
          <p:cNvSpPr txBox="1"/>
          <p:nvPr/>
        </p:nvSpPr>
        <p:spPr>
          <a:xfrm>
            <a:off x="8514416" y="8314403"/>
            <a:ext cx="883920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[STEP_LIGHT]</a:t>
            </a:r>
          </a:p>
        </p:txBody>
      </p:sp>
    </p:spTree>
    <p:extLst>
      <p:ext uri="{BB962C8B-B14F-4D97-AF65-F5344CB8AC3E}">
        <p14:creationId xmlns:p14="http://schemas.microsoft.com/office/powerpoint/2010/main" val="3239370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4" name="Group 94"/>
          <p:cNvGrpSpPr/>
          <p:nvPr/>
        </p:nvGrpSpPr>
        <p:grpSpPr>
          <a:xfrm>
            <a:off x="6441734" y="2472975"/>
            <a:ext cx="5518272" cy="980717"/>
            <a:chOff x="0" y="0"/>
            <a:chExt cx="1453372" cy="25829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453372" cy="258296"/>
            </a:xfrm>
            <a:custGeom>
              <a:avLst/>
              <a:gdLst/>
              <a:ahLst/>
              <a:cxnLst/>
              <a:rect l="l" t="t" r="r" b="b"/>
              <a:pathLst>
                <a:path w="1453372" h="258296">
                  <a:moveTo>
                    <a:pt x="0" y="0"/>
                  </a:moveTo>
                  <a:lnTo>
                    <a:pt x="1453372" y="0"/>
                  </a:lnTo>
                  <a:lnTo>
                    <a:pt x="1453372" y="258296"/>
                  </a:lnTo>
                  <a:lnTo>
                    <a:pt x="0" y="258296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1453372" cy="296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6748413" y="2419315"/>
            <a:ext cx="4868543" cy="90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sz="500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COMBO PRIME</a:t>
            </a:r>
          </a:p>
        </p:txBody>
      </p:sp>
      <p:sp>
        <p:nvSpPr>
          <p:cNvPr id="65" name="TextBox 54">
            <a:extLst>
              <a:ext uri="{FF2B5EF4-FFF2-40B4-BE49-F238E27FC236}">
                <a16:creationId xmlns:a16="http://schemas.microsoft.com/office/drawing/2014/main" id="{AA16EBDB-8D73-B455-0B0E-FE76E9F0186A}"/>
              </a:ext>
            </a:extLst>
          </p:cNvPr>
          <p:cNvSpPr txBox="1"/>
          <p:nvPr/>
        </p:nvSpPr>
        <p:spPr>
          <a:xfrm>
            <a:off x="3352800" y="3771900"/>
            <a:ext cx="6400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Esteira - [ESTEIRA]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Bike - [BIKE_KIKOS]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Bike Spinning - [BIKE_SPI]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Elíptico - [ELIPTICO]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Cross Angular - [CROSS_ANG]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Cross com Smith - [CROSS_SMITH]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Glúteo Máximo - [G_MAX]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Leg Press - [LEG_PRESS]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Peitoral Dorsal - [PEIT_DORS]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Cadeira Adutora/Abdutora - [AD_ABD]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Cadeira Flexora/Extensora - [EX_FLX]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Pulley com Remada - [PULLEY]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Banco Multi Posições - [BANCO_MULT]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Banco Supino - [BANCO_SUP]</a:t>
            </a:r>
          </a:p>
          <a:p>
            <a:endParaRPr lang="pt-BR" dirty="0">
              <a:latin typeface="Open Sans Bold" pitchFamily="2" charset="0"/>
              <a:ea typeface="Open Sans Bold" pitchFamily="2" charset="0"/>
              <a:cs typeface="Open Sans Bold" pitchFamily="2" charset="0"/>
            </a:endParaRPr>
          </a:p>
        </p:txBody>
      </p:sp>
      <p:sp>
        <p:nvSpPr>
          <p:cNvPr id="100" name="TextBox 54">
            <a:extLst>
              <a:ext uri="{FF2B5EF4-FFF2-40B4-BE49-F238E27FC236}">
                <a16:creationId xmlns:a16="http://schemas.microsoft.com/office/drawing/2014/main" id="{EB0180F3-0E1A-7A45-E60C-0298EB6E24E9}"/>
              </a:ext>
            </a:extLst>
          </p:cNvPr>
          <p:cNvSpPr txBox="1"/>
          <p:nvPr/>
        </p:nvSpPr>
        <p:spPr>
          <a:xfrm>
            <a:off x="7772399" y="3771900"/>
            <a:ext cx="64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Anilha 10kg - [ANILHA]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Barra W - [BARRA_W]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Halter 10kg - [HALTER]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Suporte para Barras - [SUP_BARRA]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Suporte para Halteres - [SUP_HALTER]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Reto - [PUX_RETO]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Corda - [CORDA_SERG]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Romano - [PUX_ROMA]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Tornozelo - [PUX_TORNO]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Triângulo - [TRI_SERG]</a:t>
            </a:r>
          </a:p>
        </p:txBody>
      </p:sp>
      <p:sp>
        <p:nvSpPr>
          <p:cNvPr id="102" name="TextBox 54">
            <a:extLst>
              <a:ext uri="{FF2B5EF4-FFF2-40B4-BE49-F238E27FC236}">
                <a16:creationId xmlns:a16="http://schemas.microsoft.com/office/drawing/2014/main" id="{78E03865-0CD0-311B-9FC9-19D86E11148A}"/>
              </a:ext>
            </a:extLst>
          </p:cNvPr>
          <p:cNvSpPr txBox="1"/>
          <p:nvPr/>
        </p:nvSpPr>
        <p:spPr>
          <a:xfrm>
            <a:off x="7772399" y="6515100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Step Light - [STEP_LIGHT]</a:t>
            </a:r>
          </a:p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Colchonete - [COLCHONETE]</a:t>
            </a:r>
          </a:p>
        </p:txBody>
      </p:sp>
      <p:sp>
        <p:nvSpPr>
          <p:cNvPr id="6" name="TextBox 54">
            <a:extLst>
              <a:ext uri="{FF2B5EF4-FFF2-40B4-BE49-F238E27FC236}">
                <a16:creationId xmlns:a16="http://schemas.microsoft.com/office/drawing/2014/main" id="{753FFDC1-F773-1117-40FB-B43D957851FF}"/>
              </a:ext>
            </a:extLst>
          </p:cNvPr>
          <p:cNvSpPr txBox="1"/>
          <p:nvPr/>
        </p:nvSpPr>
        <p:spPr>
          <a:xfrm>
            <a:off x="12339485" y="3778045"/>
            <a:ext cx="351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[EXTRAS]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1295" y="4142693"/>
            <a:ext cx="7203587" cy="1432097"/>
            <a:chOff x="0" y="0"/>
            <a:chExt cx="1897241" cy="3771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7241" cy="377178"/>
            </a:xfrm>
            <a:custGeom>
              <a:avLst/>
              <a:gdLst/>
              <a:ahLst/>
              <a:cxnLst/>
              <a:rect l="l" t="t" r="r" b="b"/>
              <a:pathLst>
                <a:path w="1897241" h="377178">
                  <a:moveTo>
                    <a:pt x="0" y="0"/>
                  </a:moveTo>
                  <a:lnTo>
                    <a:pt x="1897241" y="0"/>
                  </a:lnTo>
                  <a:lnTo>
                    <a:pt x="1897241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7241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1295" y="4142693"/>
            <a:ext cx="3778620" cy="1432097"/>
            <a:chOff x="0" y="0"/>
            <a:chExt cx="995192" cy="377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5192" cy="377178"/>
            </a:xfrm>
            <a:custGeom>
              <a:avLst/>
              <a:gdLst/>
              <a:ahLst/>
              <a:cxnLst/>
              <a:rect l="l" t="t" r="r" b="b"/>
              <a:pathLst>
                <a:path w="995192" h="377178">
                  <a:moveTo>
                    <a:pt x="0" y="0"/>
                  </a:moveTo>
                  <a:lnTo>
                    <a:pt x="995192" y="0"/>
                  </a:lnTo>
                  <a:lnTo>
                    <a:pt x="995192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5192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25000" y="5829489"/>
            <a:ext cx="6611142" cy="685611"/>
            <a:chOff x="0" y="0"/>
            <a:chExt cx="1741206" cy="180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1206" cy="180572"/>
            </a:xfrm>
            <a:custGeom>
              <a:avLst/>
              <a:gdLst/>
              <a:ahLst/>
              <a:cxnLst/>
              <a:rect l="l" t="t" r="r" b="b"/>
              <a:pathLst>
                <a:path w="1741206" h="180572">
                  <a:moveTo>
                    <a:pt x="0" y="0"/>
                  </a:moveTo>
                  <a:lnTo>
                    <a:pt x="1741206" y="0"/>
                  </a:lnTo>
                  <a:lnTo>
                    <a:pt x="1741206" y="180572"/>
                  </a:lnTo>
                  <a:lnTo>
                    <a:pt x="0" y="18057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41206" cy="218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0193" y="4260684"/>
            <a:ext cx="3346007" cy="106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Mensalidade </a:t>
            </a:r>
          </a:p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apartamento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78684" y="2993443"/>
            <a:ext cx="4403516" cy="522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2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09940" y="4254328"/>
            <a:ext cx="3524670" cy="1019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6095" b="1" spc="-176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[VALOR]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77400" y="1638300"/>
            <a:ext cx="7395990" cy="592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BÔNUS: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Manutenção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Preventiva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Mensal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Inclusa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Proposta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válida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por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10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dias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8D5435-B4F7-F8EC-7A30-56BE577B426C}"/>
              </a:ext>
            </a:extLst>
          </p:cNvPr>
          <p:cNvSpPr txBox="1"/>
          <p:nvPr/>
        </p:nvSpPr>
        <p:spPr>
          <a:xfrm>
            <a:off x="9601200" y="7734300"/>
            <a:ext cx="9144000" cy="1249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Período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Promocional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</a:t>
            </a:r>
            <a:b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</a:b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- [PROMO_MES]</a:t>
            </a:r>
            <a:b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</a:b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- [PROMO_VALOR]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2BAC63A0-B419-EAC6-AE82-9DA9C81C1767}"/>
              </a:ext>
            </a:extLst>
          </p:cNvPr>
          <p:cNvSpPr txBox="1"/>
          <p:nvPr/>
        </p:nvSpPr>
        <p:spPr>
          <a:xfrm>
            <a:off x="9670026" y="3898574"/>
            <a:ext cx="7395990" cy="116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Incluso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 Container: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Ar-condicionado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Espelhos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visual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padrão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Duo Fitness 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a infra-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0FBD80AE-79F3-4BFA-9BED-C92AF9FF8377}"/>
              </a:ext>
            </a:extLst>
          </p:cNvPr>
          <p:cNvSpPr txBox="1"/>
          <p:nvPr/>
        </p:nvSpPr>
        <p:spPr>
          <a:xfrm>
            <a:off x="9670026" y="1506794"/>
            <a:ext cx="7395990" cy="195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de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unidades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informadas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190" b="1" i="1" dirty="0">
                <a:solidFill>
                  <a:srgbClr val="FFD300"/>
                </a:solidFill>
                <a:latin typeface="Open Sans"/>
                <a:ea typeface="Open Sans"/>
                <a:cs typeface="Open Sans"/>
                <a:sym typeface="Open Sans"/>
              </a:rPr>
              <a:t>[UNIDADES]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unidades</a:t>
            </a: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Valor total da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mensalidade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[VALOR_COND] 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Prazo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[PRAZO]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A12E0A-09CF-EB5D-319D-D45907A6C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482</Words>
  <Application>Microsoft Office PowerPoint</Application>
  <PresentationFormat>Custom</PresentationFormat>
  <Paragraphs>89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Open Sans Bold Italics</vt:lpstr>
      <vt:lpstr>Arial</vt:lpstr>
      <vt:lpstr>Calibri</vt:lpstr>
      <vt:lpstr>Open Sans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DUO FITNESS PRIME</dc:title>
  <dc:creator>Victor Barros</dc:creator>
  <cp:lastModifiedBy>Victor Barros</cp:lastModifiedBy>
  <cp:revision>24</cp:revision>
  <dcterms:created xsi:type="dcterms:W3CDTF">2006-08-16T00:00:00Z</dcterms:created>
  <dcterms:modified xsi:type="dcterms:W3CDTF">2026-10-19T16:15:32Z</dcterms:modified>
  <dc:identifier>DAHNWqmJ_FE</dc:identifier>
</cp:coreProperties>
</file>