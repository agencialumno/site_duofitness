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8" r:id="rId34"/>
    <p:sldId id="290" r:id="rId35"/>
    <p:sldId id="291" r:id="rId36"/>
  </p:sldIdLst>
  <p:sldSz cx="18288000" cy="10287000"/>
  <p:notesSz cx="6858000" cy="9144000"/>
  <p:embeddedFontLst>
    <p:embeddedFont>
      <p:font typeface="Open Sans" panose="020B0806030504020204" pitchFamily="34" charset="0"/>
      <p:regular r:id="rId37"/>
      <p:bold r:id="rId38"/>
      <p:boldItalic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26670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620000" y="4327501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12496800" y="4327501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564C-8888-48EA-D27B-ED188AE4E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2742C04-7E49-32C7-1124-47A7313358C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>
            <a:extLst>
              <a:ext uri="{FF2B5EF4-FFF2-40B4-BE49-F238E27FC236}">
                <a16:creationId xmlns:a16="http://schemas.microsoft.com/office/drawing/2014/main" id="{219772CA-6B45-A3A9-71B2-00766F3152C9}"/>
              </a:ext>
            </a:extLst>
          </p:cNvPr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>
              <a:extLst>
                <a:ext uri="{FF2B5EF4-FFF2-40B4-BE49-F238E27FC236}">
                  <a16:creationId xmlns:a16="http://schemas.microsoft.com/office/drawing/2014/main" id="{BBA24045-6D74-14B4-991F-3B790EAD7B31}"/>
                </a:ext>
              </a:extLst>
            </p:cNvPr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>
              <a:extLst>
                <a:ext uri="{FF2B5EF4-FFF2-40B4-BE49-F238E27FC236}">
                  <a16:creationId xmlns:a16="http://schemas.microsoft.com/office/drawing/2014/main" id="{1E230306-792C-132A-65EB-8B1C0F8935C9}"/>
                </a:ext>
              </a:extLst>
            </p:cNvPr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>
            <a:extLst>
              <a:ext uri="{FF2B5EF4-FFF2-40B4-BE49-F238E27FC236}">
                <a16:creationId xmlns:a16="http://schemas.microsoft.com/office/drawing/2014/main" id="{98DEAAB4-1AB2-D03A-2899-CE637E2C317D}"/>
              </a:ext>
            </a:extLst>
          </p:cNvPr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C2674C65-71CA-DE61-B63B-A19AC40BF694}"/>
              </a:ext>
            </a:extLst>
          </p:cNvPr>
          <p:cNvSpPr txBox="1"/>
          <p:nvPr/>
        </p:nvSpPr>
        <p:spPr>
          <a:xfrm>
            <a:off x="6000470" y="4305300"/>
            <a:ext cx="640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  <p:extLst>
      <p:ext uri="{BB962C8B-B14F-4D97-AF65-F5344CB8AC3E}">
        <p14:creationId xmlns:p14="http://schemas.microsoft.com/office/powerpoint/2010/main" val="14471105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484</Words>
  <Application>Microsoft Office PowerPoint</Application>
  <PresentationFormat>Custom</PresentationFormat>
  <Paragraphs>82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Calibri</vt:lpstr>
      <vt:lpstr>Open Sans</vt:lpstr>
      <vt:lpstr>Arial</vt:lpstr>
      <vt:lpstr>Open Sans Bold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15</cp:revision>
  <dcterms:created xsi:type="dcterms:W3CDTF">2006-08-16T00:00:00Z</dcterms:created>
  <dcterms:modified xsi:type="dcterms:W3CDTF">2026-08-04T17:20:16Z</dcterms:modified>
  <dc:identifier>DAHNWqmJ_FE</dc:identifier>
</cp:coreProperties>
</file>