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92" r:id="rId14"/>
    <p:sldId id="268" r:id="rId15"/>
    <p:sldId id="269" r:id="rId16"/>
    <p:sldId id="293" r:id="rId17"/>
    <p:sldId id="294" r:id="rId18"/>
    <p:sldId id="295" r:id="rId19"/>
    <p:sldId id="272" r:id="rId20"/>
    <p:sldId id="271" r:id="rId21"/>
    <p:sldId id="274" r:id="rId22"/>
    <p:sldId id="270" r:id="rId23"/>
    <p:sldId id="275" r:id="rId24"/>
    <p:sldId id="282" r:id="rId25"/>
    <p:sldId id="281" r:id="rId26"/>
    <p:sldId id="283" r:id="rId27"/>
    <p:sldId id="287" r:id="rId28"/>
    <p:sldId id="296" r:id="rId29"/>
    <p:sldId id="286" r:id="rId30"/>
    <p:sldId id="288" r:id="rId31"/>
    <p:sldId id="297" r:id="rId32"/>
    <p:sldId id="289" r:id="rId33"/>
    <p:sldId id="290" r:id="rId34"/>
    <p:sldId id="291" r:id="rId35"/>
  </p:sldIdLst>
  <p:sldSz cx="18288000" cy="10287000"/>
  <p:notesSz cx="6858000" cy="9144000"/>
  <p:embeddedFontLst>
    <p:embeddedFont>
      <p:font typeface="Noto Sans Georgian Bold" pitchFamily="2" charset="0"/>
      <p:bold r:id="rId36"/>
    </p:embeddedFont>
    <p:embeddedFont>
      <p:font typeface="Open Sans" panose="020B0606030504020204" pitchFamily="34" charset="0"/>
      <p:regular r:id="rId37"/>
      <p:bold r:id="rId38"/>
      <p:boldItalic r:id="rId39"/>
    </p:embeddedFont>
    <p:embeddedFont>
      <p:font typeface="Open Sans Bold" panose="020B0806030504020204" pitchFamily="34" charset="0"/>
      <p:bold r:id="rId4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850" y="6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4.fntdata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2.fntdata"/><Relationship Id="rId40" Type="http://schemas.openxmlformats.org/officeDocument/2006/relationships/font" Target="fonts/font5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1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font" Target="fonts/font3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989874" y="5415783"/>
            <a:ext cx="4345068" cy="826209"/>
            <a:chOff x="0" y="0"/>
            <a:chExt cx="1437020" cy="27324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2783941" y="5415783"/>
            <a:ext cx="4345068" cy="826209"/>
            <a:chOff x="0" y="0"/>
            <a:chExt cx="1437020" cy="27324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2897064" y="5523074"/>
            <a:ext cx="4345068" cy="53482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662"/>
              </a:lnSpc>
            </a:pPr>
            <a:r>
              <a:rPr lang="en-US" sz="25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89874" y="6368859"/>
            <a:ext cx="3892034" cy="3815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22"/>
              </a:lnSpc>
            </a:pPr>
            <a:r>
              <a:rPr lang="en-US" sz="223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Validade da proposta: 10 dias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157720" y="5508677"/>
            <a:ext cx="1530522" cy="5737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62"/>
              </a:lnSpc>
            </a:pPr>
            <a:r>
              <a:rPr lang="en-US" sz="3330" b="1" i="1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Cliente: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787B7CD-94D3-1588-93F3-6349BAC057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8458200" y="7658100"/>
            <a:ext cx="9677469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[ESTEIRA]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48F3BDC-C486-2F9A-E8E0-ECCDD5C386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A87AE5B-C1E3-112B-B1C9-0D30E253FF06}"/>
              </a:ext>
            </a:extLst>
          </p:cNvPr>
          <p:cNvSpPr txBox="1"/>
          <p:nvPr/>
        </p:nvSpPr>
        <p:spPr>
          <a:xfrm>
            <a:off x="7772400" y="7658100"/>
            <a:ext cx="11049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[BIKE_KIKOS]</a:t>
            </a:r>
          </a:p>
        </p:txBody>
      </p:sp>
    </p:spTree>
    <p:extLst>
      <p:ext uri="{BB962C8B-B14F-4D97-AF65-F5344CB8AC3E}">
        <p14:creationId xmlns:p14="http://schemas.microsoft.com/office/powerpoint/2010/main" val="5944701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924800" y="7658100"/>
            <a:ext cx="99822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[BIKE_SPI]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FA0D661-2A3A-80A1-13F4-5DD46F1315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543800" y="7734300"/>
            <a:ext cx="9829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[ELIPTICO]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778221D-F4D1-564C-188E-30DD217730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1D5C025-CFAF-54D9-9160-8C9A957F0038}"/>
              </a:ext>
            </a:extLst>
          </p:cNvPr>
          <p:cNvSpPr txBox="1"/>
          <p:nvPr/>
        </p:nvSpPr>
        <p:spPr>
          <a:xfrm>
            <a:off x="7543800" y="7734300"/>
            <a:ext cx="11353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[CROSS_ANG]</a:t>
            </a:r>
          </a:p>
        </p:txBody>
      </p:sp>
    </p:spTree>
    <p:extLst>
      <p:ext uri="{BB962C8B-B14F-4D97-AF65-F5344CB8AC3E}">
        <p14:creationId xmlns:p14="http://schemas.microsoft.com/office/powerpoint/2010/main" val="247784309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183513A-5B5E-833A-454D-B5DEDC6A56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A951189-F7BF-0319-4AF8-B29E97C6D0F0}"/>
              </a:ext>
            </a:extLst>
          </p:cNvPr>
          <p:cNvSpPr txBox="1"/>
          <p:nvPr/>
        </p:nvSpPr>
        <p:spPr>
          <a:xfrm>
            <a:off x="7543800" y="7734300"/>
            <a:ext cx="11353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[CROSS_SMITH]</a:t>
            </a:r>
          </a:p>
        </p:txBody>
      </p:sp>
    </p:spTree>
    <p:extLst>
      <p:ext uri="{BB962C8B-B14F-4D97-AF65-F5344CB8AC3E}">
        <p14:creationId xmlns:p14="http://schemas.microsoft.com/office/powerpoint/2010/main" val="70319128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EB7C5B0-B97A-1386-ED0D-8D3C46AF4F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AA36801-2C9D-A6C3-8E93-70276A92D285}"/>
              </a:ext>
            </a:extLst>
          </p:cNvPr>
          <p:cNvSpPr txBox="1"/>
          <p:nvPr/>
        </p:nvSpPr>
        <p:spPr>
          <a:xfrm>
            <a:off x="8153400" y="7734300"/>
            <a:ext cx="11353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[G_MAX]</a:t>
            </a:r>
          </a:p>
        </p:txBody>
      </p:sp>
    </p:spTree>
    <p:extLst>
      <p:ext uri="{BB962C8B-B14F-4D97-AF65-F5344CB8AC3E}">
        <p14:creationId xmlns:p14="http://schemas.microsoft.com/office/powerpoint/2010/main" val="109124159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7224E9D-A402-099C-D6C0-AA5528E499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8835386" y="7687709"/>
            <a:ext cx="10900414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[LEG_PRESS]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C842CB8-DD73-764E-7CD1-F13F300F5F2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010400" y="7734300"/>
            <a:ext cx="105156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[PEIT_DORS]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8077200" y="7658100"/>
            <a:ext cx="105918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[AD_ABD]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543800" y="8877300"/>
            <a:ext cx="92202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[EX_FLX]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9F7079E-875D-A3A8-CDE2-907FDF1E0A3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8372465" y="7687709"/>
            <a:ext cx="10220335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[PULLEY]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76D07E9-B2F3-B4F1-2130-7AD3F6C297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5791200" y="7636273"/>
            <a:ext cx="11734799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[BANCO_MULT]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6934200" y="7636273"/>
            <a:ext cx="10744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[BANCO_SUP]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27103F3-0A44-6BBD-1050-5EF3F5535D4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5867400" y="6210300"/>
            <a:ext cx="9525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[HALTER]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858000" y="8420100"/>
            <a:ext cx="8991600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[ANILHA]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E0E7276-F9C4-61F5-C0D7-E24CB57924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6705600" y="7658100"/>
            <a:ext cx="83058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[BARRA_W]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1FD7004-FC2A-5D91-103B-E140F79F69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>
            <a:extLst>
              <a:ext uri="{FF2B5EF4-FFF2-40B4-BE49-F238E27FC236}">
                <a16:creationId xmlns:a16="http://schemas.microsoft.com/office/drawing/2014/main" id="{0FCDBB8D-F0E0-0156-953B-C3077DF00D7C}"/>
              </a:ext>
            </a:extLst>
          </p:cNvPr>
          <p:cNvSpPr txBox="1"/>
          <p:nvPr/>
        </p:nvSpPr>
        <p:spPr>
          <a:xfrm>
            <a:off x="6019800" y="6286500"/>
            <a:ext cx="99822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[SUP_BARRA]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BD1E45-E127-A5C9-5081-24645E66C2EF}"/>
              </a:ext>
            </a:extLst>
          </p:cNvPr>
          <p:cNvSpPr txBox="1"/>
          <p:nvPr/>
        </p:nvSpPr>
        <p:spPr>
          <a:xfrm>
            <a:off x="6019800" y="8324850"/>
            <a:ext cx="99822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[SUP_HALTER]</a:t>
            </a:r>
          </a:p>
        </p:txBody>
      </p:sp>
    </p:spTree>
    <p:extLst>
      <p:ext uri="{BB962C8B-B14F-4D97-AF65-F5344CB8AC3E}">
        <p14:creationId xmlns:p14="http://schemas.microsoft.com/office/powerpoint/2010/main" val="281745803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7519885" y="5270903"/>
            <a:ext cx="5586515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02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329510" y="7130499"/>
            <a:ext cx="576749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02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9210572" y="8938978"/>
            <a:ext cx="576749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02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1BC39B1-9E3B-296D-4870-E77BCC77EB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8" name="TextBox 4">
            <a:extLst>
              <a:ext uri="{FF2B5EF4-FFF2-40B4-BE49-F238E27FC236}">
                <a16:creationId xmlns:a16="http://schemas.microsoft.com/office/drawing/2014/main" id="{4AC4FAC8-9FA6-EA67-8465-1F8FD2528B66}"/>
              </a:ext>
            </a:extLst>
          </p:cNvPr>
          <p:cNvSpPr txBox="1"/>
          <p:nvPr/>
        </p:nvSpPr>
        <p:spPr>
          <a:xfrm>
            <a:off x="7848600" y="5308852"/>
            <a:ext cx="99822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[TRI_SERG]</a:t>
            </a:r>
          </a:p>
        </p:txBody>
      </p:sp>
      <p:sp>
        <p:nvSpPr>
          <p:cNvPr id="9" name="TextBox 4">
            <a:extLst>
              <a:ext uri="{FF2B5EF4-FFF2-40B4-BE49-F238E27FC236}">
                <a16:creationId xmlns:a16="http://schemas.microsoft.com/office/drawing/2014/main" id="{2EB15227-D1E4-0FB1-ACC2-234E9B6CBBCF}"/>
              </a:ext>
            </a:extLst>
          </p:cNvPr>
          <p:cNvSpPr txBox="1"/>
          <p:nvPr/>
        </p:nvSpPr>
        <p:spPr>
          <a:xfrm>
            <a:off x="8115300" y="7124700"/>
            <a:ext cx="99822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[CORDA_SERG]</a:t>
            </a:r>
          </a:p>
        </p:txBody>
      </p:sp>
      <p:sp>
        <p:nvSpPr>
          <p:cNvPr id="10" name="TextBox 4">
            <a:extLst>
              <a:ext uri="{FF2B5EF4-FFF2-40B4-BE49-F238E27FC236}">
                <a16:creationId xmlns:a16="http://schemas.microsoft.com/office/drawing/2014/main" id="{046536EE-1AD1-6024-C0D6-7AB5416F790F}"/>
              </a:ext>
            </a:extLst>
          </p:cNvPr>
          <p:cNvSpPr txBox="1"/>
          <p:nvPr/>
        </p:nvSpPr>
        <p:spPr>
          <a:xfrm>
            <a:off x="8610600" y="8862202"/>
            <a:ext cx="99822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[PUX_ROMA]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02F15608-5FCD-84C4-4722-0EDD933C17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6268384" y="6362700"/>
            <a:ext cx="8285816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[PUX_RETO]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391400" y="8324850"/>
            <a:ext cx="883920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[PUX_TORNO]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A6F59D9-0605-0682-46B2-57F8F444F8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>
            <a:extLst>
              <a:ext uri="{FF2B5EF4-FFF2-40B4-BE49-F238E27FC236}">
                <a16:creationId xmlns:a16="http://schemas.microsoft.com/office/drawing/2014/main" id="{C36F429E-6BD1-3844-5EFC-A1340270FB62}"/>
              </a:ext>
            </a:extLst>
          </p:cNvPr>
          <p:cNvSpPr txBox="1"/>
          <p:nvPr/>
        </p:nvSpPr>
        <p:spPr>
          <a:xfrm>
            <a:off x="7531510" y="6331524"/>
            <a:ext cx="9809816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[COLCHONETE]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B34F8E33-6B35-AC21-D57A-63F93640CEC6}"/>
              </a:ext>
            </a:extLst>
          </p:cNvPr>
          <p:cNvSpPr txBox="1"/>
          <p:nvPr/>
        </p:nvSpPr>
        <p:spPr>
          <a:xfrm>
            <a:off x="8514416" y="8314403"/>
            <a:ext cx="883920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[STEP_LIGHT]</a:t>
            </a:r>
          </a:p>
        </p:txBody>
      </p:sp>
    </p:spTree>
    <p:extLst>
      <p:ext uri="{BB962C8B-B14F-4D97-AF65-F5344CB8AC3E}">
        <p14:creationId xmlns:p14="http://schemas.microsoft.com/office/powerpoint/2010/main" val="323937093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94" name="Group 94"/>
          <p:cNvGrpSpPr/>
          <p:nvPr/>
        </p:nvGrpSpPr>
        <p:grpSpPr>
          <a:xfrm>
            <a:off x="6441734" y="2472975"/>
            <a:ext cx="5518272" cy="980717"/>
            <a:chOff x="0" y="0"/>
            <a:chExt cx="1453372" cy="258296"/>
          </a:xfrm>
        </p:grpSpPr>
        <p:sp>
          <p:nvSpPr>
            <p:cNvPr id="95" name="Freeform 95"/>
            <p:cNvSpPr/>
            <p:nvPr/>
          </p:nvSpPr>
          <p:spPr>
            <a:xfrm>
              <a:off x="0" y="0"/>
              <a:ext cx="1453372" cy="258296"/>
            </a:xfrm>
            <a:custGeom>
              <a:avLst/>
              <a:gdLst/>
              <a:ahLst/>
              <a:cxnLst/>
              <a:rect l="l" t="t" r="r" b="b"/>
              <a:pathLst>
                <a:path w="1453372" h="258296">
                  <a:moveTo>
                    <a:pt x="0" y="0"/>
                  </a:moveTo>
                  <a:lnTo>
                    <a:pt x="1453372" y="0"/>
                  </a:lnTo>
                  <a:lnTo>
                    <a:pt x="1453372" y="258296"/>
                  </a:lnTo>
                  <a:lnTo>
                    <a:pt x="0" y="258296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96" name="TextBox 96"/>
            <p:cNvSpPr txBox="1"/>
            <p:nvPr/>
          </p:nvSpPr>
          <p:spPr>
            <a:xfrm>
              <a:off x="0" y="-38100"/>
              <a:ext cx="1453372" cy="29639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99" name="TextBox 99"/>
          <p:cNvSpPr txBox="1"/>
          <p:nvPr/>
        </p:nvSpPr>
        <p:spPr>
          <a:xfrm>
            <a:off x="6748413" y="2419315"/>
            <a:ext cx="4868543" cy="9049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934"/>
              </a:lnSpc>
            </a:pPr>
            <a:r>
              <a:rPr lang="en-US" sz="5000" b="1" i="1" dirty="0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COMBO PRIME</a:t>
            </a:r>
          </a:p>
        </p:txBody>
      </p:sp>
      <p:sp>
        <p:nvSpPr>
          <p:cNvPr id="65" name="TextBox 54">
            <a:extLst>
              <a:ext uri="{FF2B5EF4-FFF2-40B4-BE49-F238E27FC236}">
                <a16:creationId xmlns:a16="http://schemas.microsoft.com/office/drawing/2014/main" id="{AA16EBDB-8D73-B455-0B0E-FE76E9F0186A}"/>
              </a:ext>
            </a:extLst>
          </p:cNvPr>
          <p:cNvSpPr txBox="1"/>
          <p:nvPr/>
        </p:nvSpPr>
        <p:spPr>
          <a:xfrm>
            <a:off x="3352800" y="3771900"/>
            <a:ext cx="6400800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Esteira - [ESTEIRA]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Bike - [BIKE_KIKOS]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Bike Spinning - [BIKE_SPI]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Elíptico - [ELIPTICO]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Cross Angular - [CROSS_ANG]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Cross com Smith - [CROSS_SMITH]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Glúteo Máximo - [G_MAX]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Leg Press - [LEG_PRESS]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Peitoral Dorsal - [PEIT_DORS]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Cadeira Adutora/Abdutora - [AD_ABD]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Cadeira Flexora/Extensora - [EX_FLX]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Pulley com Remada - [PULLEY]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Banco Multi Posições - [BANCO_MULT]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Banco Supino - [BANCO_SUP]</a:t>
            </a:r>
          </a:p>
          <a:p>
            <a:endParaRPr lang="pt-BR" dirty="0">
              <a:latin typeface="Open Sans Bold" pitchFamily="2" charset="0"/>
              <a:ea typeface="Open Sans Bold" pitchFamily="2" charset="0"/>
              <a:cs typeface="Open Sans Bold" pitchFamily="2" charset="0"/>
            </a:endParaRPr>
          </a:p>
        </p:txBody>
      </p:sp>
      <p:sp>
        <p:nvSpPr>
          <p:cNvPr id="100" name="TextBox 54">
            <a:extLst>
              <a:ext uri="{FF2B5EF4-FFF2-40B4-BE49-F238E27FC236}">
                <a16:creationId xmlns:a16="http://schemas.microsoft.com/office/drawing/2014/main" id="{EB0180F3-0E1A-7A45-E60C-0298EB6E24E9}"/>
              </a:ext>
            </a:extLst>
          </p:cNvPr>
          <p:cNvSpPr txBox="1"/>
          <p:nvPr/>
        </p:nvSpPr>
        <p:spPr>
          <a:xfrm>
            <a:off x="7772399" y="3771900"/>
            <a:ext cx="640080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Anilha 10kg - [ANILHA]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Barra W - [BARRA_W]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Halter 10kg - [HALTER]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Suporte para Barras - [SUP_BARRA]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Suporte para Halteres - [SUP_HALTER]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Reto - [PUX_RETO]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Corda - [CORDA_SERG]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Romano - [PUX_ROMA]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Tornozelo - [PUX_TORNO]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Triângulo - [TRI_SERG]</a:t>
            </a:r>
          </a:p>
        </p:txBody>
      </p:sp>
      <p:sp>
        <p:nvSpPr>
          <p:cNvPr id="102" name="TextBox 54">
            <a:extLst>
              <a:ext uri="{FF2B5EF4-FFF2-40B4-BE49-F238E27FC236}">
                <a16:creationId xmlns:a16="http://schemas.microsoft.com/office/drawing/2014/main" id="{78E03865-0CD0-311B-9FC9-19D86E11148A}"/>
              </a:ext>
            </a:extLst>
          </p:cNvPr>
          <p:cNvSpPr txBox="1"/>
          <p:nvPr/>
        </p:nvSpPr>
        <p:spPr>
          <a:xfrm>
            <a:off x="7772399" y="6515100"/>
            <a:ext cx="64008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Step Light - [STEP_LIGHT]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Colchonete - [COLCHONETE]</a:t>
            </a:r>
          </a:p>
        </p:txBody>
      </p:sp>
      <p:sp>
        <p:nvSpPr>
          <p:cNvPr id="6" name="TextBox 54">
            <a:extLst>
              <a:ext uri="{FF2B5EF4-FFF2-40B4-BE49-F238E27FC236}">
                <a16:creationId xmlns:a16="http://schemas.microsoft.com/office/drawing/2014/main" id="{753FFDC1-F773-1117-40FB-B43D957851FF}"/>
              </a:ext>
            </a:extLst>
          </p:cNvPr>
          <p:cNvSpPr txBox="1"/>
          <p:nvPr/>
        </p:nvSpPr>
        <p:spPr>
          <a:xfrm>
            <a:off x="12339485" y="3778045"/>
            <a:ext cx="35101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[EXTRAS]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1331295" y="4142693"/>
            <a:ext cx="7203587" cy="1432097"/>
            <a:chOff x="0" y="0"/>
            <a:chExt cx="1897241" cy="37717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897241" cy="377178"/>
            </a:xfrm>
            <a:custGeom>
              <a:avLst/>
              <a:gdLst/>
              <a:ahLst/>
              <a:cxnLst/>
              <a:rect l="l" t="t" r="r" b="b"/>
              <a:pathLst>
                <a:path w="1897241" h="377178">
                  <a:moveTo>
                    <a:pt x="0" y="0"/>
                  </a:moveTo>
                  <a:lnTo>
                    <a:pt x="1897241" y="0"/>
                  </a:lnTo>
                  <a:lnTo>
                    <a:pt x="1897241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897241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331295" y="4142693"/>
            <a:ext cx="3778620" cy="1432097"/>
            <a:chOff x="0" y="0"/>
            <a:chExt cx="995192" cy="37717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995192" cy="377178"/>
            </a:xfrm>
            <a:custGeom>
              <a:avLst/>
              <a:gdLst/>
              <a:ahLst/>
              <a:cxnLst/>
              <a:rect l="l" t="t" r="r" b="b"/>
              <a:pathLst>
                <a:path w="995192" h="377178">
                  <a:moveTo>
                    <a:pt x="0" y="0"/>
                  </a:moveTo>
                  <a:lnTo>
                    <a:pt x="995192" y="0"/>
                  </a:lnTo>
                  <a:lnTo>
                    <a:pt x="995192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995192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9525000" y="5829489"/>
            <a:ext cx="6611142" cy="685611"/>
            <a:chOff x="0" y="0"/>
            <a:chExt cx="1741206" cy="180572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741206" cy="180572"/>
            </a:xfrm>
            <a:custGeom>
              <a:avLst/>
              <a:gdLst/>
              <a:ahLst/>
              <a:cxnLst/>
              <a:rect l="l" t="t" r="r" b="b"/>
              <a:pathLst>
                <a:path w="1741206" h="180572">
                  <a:moveTo>
                    <a:pt x="0" y="0"/>
                  </a:moveTo>
                  <a:lnTo>
                    <a:pt x="1741206" y="0"/>
                  </a:lnTo>
                  <a:lnTo>
                    <a:pt x="1741206" y="180572"/>
                  </a:lnTo>
                  <a:lnTo>
                    <a:pt x="0" y="18057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741206" cy="21867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600193" y="4260684"/>
            <a:ext cx="3346007" cy="10662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Mensalidade </a:t>
            </a:r>
          </a:p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por apartamento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578684" y="2993443"/>
            <a:ext cx="4403516" cy="52251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38"/>
              </a:lnSpc>
            </a:pPr>
            <a:r>
              <a:rPr lang="en-US" sz="25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309940" y="4254328"/>
            <a:ext cx="3524670" cy="101931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8533"/>
              </a:lnSpc>
            </a:pPr>
            <a:r>
              <a:rPr lang="en-US" sz="6095" b="1" spc="-176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[VALOR]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677400" y="1638300"/>
            <a:ext cx="7395990" cy="59273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Total de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unidades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informadas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: </a:t>
            </a:r>
            <a:r>
              <a:rPr lang="en-US" sz="2190" b="1" i="1" dirty="0">
                <a:solidFill>
                  <a:srgbClr val="FFD300"/>
                </a:solidFill>
                <a:latin typeface="Open Sans"/>
                <a:ea typeface="Open Sans"/>
                <a:cs typeface="Open Sans"/>
                <a:sym typeface="Open Sans"/>
              </a:rPr>
              <a:t>[UNIDADES]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unidades</a:t>
            </a: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Valor total da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mensalidade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[VALOR_COND] 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Prazo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[PRAZO]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Incluso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na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do Container: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Ar-condicionado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Espelhos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Comunicação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visual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padrão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Duo Fitness 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 a infra-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para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instalação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BÔNUS: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Manutenção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Preventiva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Mensal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Inclusa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Proposta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válida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por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10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dias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48D5435-B4F7-F8EC-7A30-56BE577B426C}"/>
              </a:ext>
            </a:extLst>
          </p:cNvPr>
          <p:cNvSpPr txBox="1"/>
          <p:nvPr/>
        </p:nvSpPr>
        <p:spPr>
          <a:xfrm>
            <a:off x="9601200" y="7734300"/>
            <a:ext cx="9144000" cy="12491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Período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Promocional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</a:t>
            </a:r>
            <a:b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</a:b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- [PROMO_MES]</a:t>
            </a:r>
            <a:b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</a:b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- [PROMO_VALOR]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6">
            <a:extLst>
              <a:ext uri="{FF2B5EF4-FFF2-40B4-BE49-F238E27FC236}">
                <a16:creationId xmlns:a16="http://schemas.microsoft.com/office/drawing/2014/main" id="{D7993711-6D42-2F8D-D5C1-418C2FAD530C}"/>
              </a:ext>
            </a:extLst>
          </p:cNvPr>
          <p:cNvGrpSpPr/>
          <p:nvPr/>
        </p:nvGrpSpPr>
        <p:grpSpPr>
          <a:xfrm>
            <a:off x="8001000" y="6210300"/>
            <a:ext cx="6629400" cy="826209"/>
            <a:chOff x="0" y="0"/>
            <a:chExt cx="1437020" cy="273248"/>
          </a:xfrm>
        </p:grpSpPr>
        <p:sp>
          <p:nvSpPr>
            <p:cNvPr id="4" name="Freeform 7">
              <a:extLst>
                <a:ext uri="{FF2B5EF4-FFF2-40B4-BE49-F238E27FC236}">
                  <a16:creationId xmlns:a16="http://schemas.microsoft.com/office/drawing/2014/main" id="{3631165F-D7B1-9A60-2E2D-AA1ACC6CEA52}"/>
                </a:ext>
              </a:extLst>
            </p:cNvPr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5" name="TextBox 8">
              <a:extLst>
                <a:ext uri="{FF2B5EF4-FFF2-40B4-BE49-F238E27FC236}">
                  <a16:creationId xmlns:a16="http://schemas.microsoft.com/office/drawing/2014/main" id="{4F44F021-47DE-D81F-DCF9-F522BAF37CFE}"/>
                </a:ext>
              </a:extLst>
            </p:cNvPr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sp>
        <p:nvSpPr>
          <p:cNvPr id="6" name="TextBox 54">
            <a:extLst>
              <a:ext uri="{FF2B5EF4-FFF2-40B4-BE49-F238E27FC236}">
                <a16:creationId xmlns:a16="http://schemas.microsoft.com/office/drawing/2014/main" id="{B3139F80-D853-3EC0-6C76-0DD2EF496E1C}"/>
              </a:ext>
            </a:extLst>
          </p:cNvPr>
          <p:cNvSpPr txBox="1"/>
          <p:nvPr/>
        </p:nvSpPr>
        <p:spPr>
          <a:xfrm>
            <a:off x="8305800" y="6423349"/>
            <a:ext cx="60198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2000" b="1" dirty="0">
                <a:latin typeface="Noto Sans Georgian Bold" pitchFamily="2" charset="0"/>
                <a:ea typeface="Open Sans Bold" pitchFamily="2" charset="0"/>
                <a:cs typeface="Open Sans Bold" pitchFamily="2" charset="0"/>
              </a:rPr>
              <a:t>VEJA O VÍDEO DE APRESENTAÇÃO DO PROJETO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72</TotalTime>
  <Words>490</Words>
  <Application>Microsoft Office PowerPoint</Application>
  <PresentationFormat>Custom</PresentationFormat>
  <Paragraphs>83</Paragraphs>
  <Slides>34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41" baseType="lpstr">
      <vt:lpstr>Open Sans Bold Italics</vt:lpstr>
      <vt:lpstr>Noto Sans Georgian Bold</vt:lpstr>
      <vt:lpstr>Calibri</vt:lpstr>
      <vt:lpstr>Arial</vt:lpstr>
      <vt:lpstr>Open Sans</vt:lpstr>
      <vt:lpstr>Open Sans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PROPOSTA DUO FITNESS PRIME</dc:title>
  <dc:creator>Victor Barros</dc:creator>
  <cp:lastModifiedBy>Victor Barros</cp:lastModifiedBy>
  <cp:revision>18</cp:revision>
  <dcterms:created xsi:type="dcterms:W3CDTF">2006-08-16T00:00:00Z</dcterms:created>
  <dcterms:modified xsi:type="dcterms:W3CDTF">2026-08-06T13:58:20Z</dcterms:modified>
  <dc:identifier>DAHNWqmJ_FE</dc:identifier>
</cp:coreProperties>
</file>