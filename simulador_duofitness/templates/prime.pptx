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8288000" cy="10287000"/>
  <p:notesSz cx="6858000" cy="9144000"/>
  <p:embeddedFontLst>
    <p:embeddedFont>
      <p:font typeface="Open Sans" pitchFamily="2" charset="0"/>
      <p:regular r:id="rId38"/>
      <p:bold r:id="rId39"/>
      <p:boldItalic r:id="rId40"/>
    </p:embeddedFont>
    <p:embeddedFont>
      <p:font typeface="Open Sans Bold" pitchFamily="2" charset="0"/>
      <p:bold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3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7818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086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49550" y="7752480"/>
            <a:ext cx="69428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73304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835386" y="7687709"/>
            <a:ext cx="678561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574" y="7713427"/>
            <a:ext cx="723902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934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372465" y="7687709"/>
            <a:ext cx="74009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737954" y="7621984"/>
            <a:ext cx="690184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43876" y="8683301"/>
            <a:ext cx="714852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03926" y="7757460"/>
            <a:ext cx="694087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632639" y="7687709"/>
            <a:ext cx="6826561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53525" y="7732477"/>
            <a:ext cx="669607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705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086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30003" y="6940939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200 kg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63982" y="8846318"/>
            <a:ext cx="86618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1125 kg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58616" y="4972050"/>
            <a:ext cx="712807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830274" y="8932594"/>
            <a:ext cx="664772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918" y="6952322"/>
            <a:ext cx="6933482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98690" y="8984030"/>
            <a:ext cx="65601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96716" y="7077557"/>
            <a:ext cx="68334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2264" y="5217303"/>
            <a:ext cx="65239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469347" y="6335764"/>
            <a:ext cx="6103653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46255" y="8379779"/>
            <a:ext cx="588394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12169" y="5095875"/>
            <a:ext cx="5751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71917" y="7079004"/>
            <a:ext cx="5751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852065" y="9163050"/>
            <a:ext cx="59401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Agachamento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066729"/>
            <a:ext cx="344825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28746"/>
            <a:ext cx="344825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83803" y="3921136"/>
            <a:ext cx="344825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74278" y="4285207"/>
            <a:ext cx="344825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74278" y="4675732"/>
            <a:ext cx="344825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74278" y="5056732"/>
            <a:ext cx="344825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83804" y="5443427"/>
            <a:ext cx="335300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573000" y="3913658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573000" y="4294725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573000" y="4677590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573000" y="5060455"/>
            <a:ext cx="32589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573000" y="5443319"/>
            <a:ext cx="32589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573000" y="5821769"/>
            <a:ext cx="325897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573000" y="6204634"/>
            <a:ext cx="325897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573000" y="6597023"/>
            <a:ext cx="325897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573000" y="6979888"/>
            <a:ext cx="32589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573000" y="7362753"/>
            <a:ext cx="325897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2573000" y="7745617"/>
            <a:ext cx="32589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74278" y="7001293"/>
            <a:ext cx="344825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83804" y="7374633"/>
            <a:ext cx="335300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7474278" y="7757498"/>
            <a:ext cx="344825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4817285"/>
            <a:ext cx="344825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90800" y="5201245"/>
            <a:ext cx="344825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5593635"/>
            <a:ext cx="344825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5976500"/>
            <a:ext cx="344825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90800" y="6359364"/>
            <a:ext cx="344825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90800" y="6751754"/>
            <a:ext cx="344825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90800" y="7134619"/>
            <a:ext cx="344825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90800" y="7507958"/>
            <a:ext cx="344825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90801" y="7900348"/>
            <a:ext cx="335300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993485"/>
            <a:ext cx="3902113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908422" y="3833081"/>
            <a:ext cx="4394015" cy="4346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7517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344</Words>
  <Application>Microsoft Office PowerPoint</Application>
  <PresentationFormat>Custom</PresentationFormat>
  <Paragraphs>122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cp:lastModifiedBy>Victor Barros</cp:lastModifiedBy>
  <cp:revision>6</cp:revision>
  <dcterms:created xsi:type="dcterms:W3CDTF">2006-08-16T00:00:00Z</dcterms:created>
  <dcterms:modified xsi:type="dcterms:W3CDTF">2026-06-30T15:59:25Z</dcterms:modified>
  <dc:identifier>DAHNWqmJ_FE</dc:identifier>
</cp:coreProperties>
</file>