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2" r:id="rId14"/>
    <p:sldId id="268" r:id="rId15"/>
    <p:sldId id="269" r:id="rId16"/>
    <p:sldId id="293" r:id="rId17"/>
    <p:sldId id="294" r:id="rId18"/>
    <p:sldId id="295" r:id="rId19"/>
    <p:sldId id="272" r:id="rId20"/>
    <p:sldId id="271" r:id="rId21"/>
    <p:sldId id="274" r:id="rId22"/>
    <p:sldId id="270" r:id="rId23"/>
    <p:sldId id="275" r:id="rId24"/>
    <p:sldId id="282" r:id="rId25"/>
    <p:sldId id="281" r:id="rId26"/>
    <p:sldId id="283" r:id="rId27"/>
    <p:sldId id="287" r:id="rId28"/>
    <p:sldId id="296" r:id="rId29"/>
    <p:sldId id="286" r:id="rId30"/>
    <p:sldId id="288" r:id="rId31"/>
    <p:sldId id="297" r:id="rId32"/>
    <p:sldId id="289" r:id="rId33"/>
    <p:sldId id="290" r:id="rId34"/>
    <p:sldId id="291" r:id="rId35"/>
  </p:sldIdLst>
  <p:sldSz cx="18288000" cy="10287000"/>
  <p:notesSz cx="6858000" cy="9144000"/>
  <p:embeddedFontLst>
    <p:embeddedFont>
      <p:font typeface="Open Sans" panose="020B0606030504020204" pitchFamily="34" charset="0"/>
      <p:regular r:id="rId36"/>
      <p:bold r:id="rId37"/>
      <p:boldItalic r:id="rId38"/>
    </p:embeddedFont>
    <p:embeddedFont>
      <p:font typeface="Open Sans Bold" panose="020B0806030504020204" pitchFamily="34" charset="0"/>
      <p:bold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87B7CD-94D3-1588-93F3-6349BAC05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58200" y="7658100"/>
            <a:ext cx="9677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8F3BDC-C486-2F9A-E8E0-ECCDD5C38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7AE5B-C1E3-112B-B1C9-0D30E253FF06}"/>
              </a:ext>
            </a:extLst>
          </p:cNvPr>
          <p:cNvSpPr txBox="1"/>
          <p:nvPr/>
        </p:nvSpPr>
        <p:spPr>
          <a:xfrm>
            <a:off x="7772400" y="765810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59447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658100"/>
            <a:ext cx="9982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A0D661-2A3A-80A1-13F4-5DD46F131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77343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8221D-F4D1-564C-188E-30DD21773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D5C025-CFAF-54D9-9160-8C9A957F0038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77843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83513A-5B5E-833A-454D-B5DEDC6A5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951189-F7BF-0319-4AF8-B29E97C6D0F0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70319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B7C5B0-B97A-1386-ED0D-8D3C46AF4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A36801-2C9D-A6C3-8E93-70276A92D285}"/>
              </a:ext>
            </a:extLst>
          </p:cNvPr>
          <p:cNvSpPr txBox="1"/>
          <p:nvPr/>
        </p:nvSpPr>
        <p:spPr>
          <a:xfrm>
            <a:off x="81534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1091241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224E9D-A402-099C-D6C0-AA5528E49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109004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2CB8-DD73-764E-7CD1-F13F300F5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10400" y="7734300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591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43800" y="8877300"/>
            <a:ext cx="9220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F7079E-875D-A3A8-CDE2-907FDF1E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372465" y="7687709"/>
            <a:ext cx="102203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6D07E9-B2F3-B4F1-2130-7AD3F6C29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791200" y="7636273"/>
            <a:ext cx="1173479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9342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7103F3-0A44-6BBD-1050-5EF3F5535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867400" y="6210300"/>
            <a:ext cx="9525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8420100"/>
            <a:ext cx="8991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0E7276-F9C4-61F5-C0D7-E24CB5792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705600" y="7658100"/>
            <a:ext cx="8305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D7004-FC2A-5D91-103B-E140F79F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0FCDBB8D-F0E0-0156-953B-C3077DF00D7C}"/>
              </a:ext>
            </a:extLst>
          </p:cNvPr>
          <p:cNvSpPr txBox="1"/>
          <p:nvPr/>
        </p:nvSpPr>
        <p:spPr>
          <a:xfrm>
            <a:off x="6019800" y="62865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D1E45-E127-A5C9-5081-24645E66C2EF}"/>
              </a:ext>
            </a:extLst>
          </p:cNvPr>
          <p:cNvSpPr txBox="1"/>
          <p:nvPr/>
        </p:nvSpPr>
        <p:spPr>
          <a:xfrm>
            <a:off x="6019800" y="832485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  <p:extLst>
      <p:ext uri="{BB962C8B-B14F-4D97-AF65-F5344CB8AC3E}">
        <p14:creationId xmlns:p14="http://schemas.microsoft.com/office/powerpoint/2010/main" val="28174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C39B1-9E3B-296D-4870-E77BCC77E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4AC4FAC8-9FA6-EA67-8465-1F8FD2528B66}"/>
              </a:ext>
            </a:extLst>
          </p:cNvPr>
          <p:cNvSpPr txBox="1"/>
          <p:nvPr/>
        </p:nvSpPr>
        <p:spPr>
          <a:xfrm>
            <a:off x="7848600" y="530885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2EB15227-D1E4-0FB1-ACC2-234E9B6CBBCF}"/>
              </a:ext>
            </a:extLst>
          </p:cNvPr>
          <p:cNvSpPr txBox="1"/>
          <p:nvPr/>
        </p:nvSpPr>
        <p:spPr>
          <a:xfrm>
            <a:off x="8115300" y="71247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46536EE-1AD1-6024-C0D6-7AB5416F790F}"/>
              </a:ext>
            </a:extLst>
          </p:cNvPr>
          <p:cNvSpPr txBox="1"/>
          <p:nvPr/>
        </p:nvSpPr>
        <p:spPr>
          <a:xfrm>
            <a:off x="8610600" y="886220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F15608-5FCD-84C4-4722-0EDD933C1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268384" y="6362700"/>
            <a:ext cx="8285816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91400" y="832485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6F59D9-0605-0682-46B2-57F8F444F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36F429E-6BD1-3844-5EFC-A1340270FB62}"/>
              </a:ext>
            </a:extLst>
          </p:cNvPr>
          <p:cNvSpPr txBox="1"/>
          <p:nvPr/>
        </p:nvSpPr>
        <p:spPr>
          <a:xfrm>
            <a:off x="7531510" y="6331524"/>
            <a:ext cx="9809816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34F8E33-6B35-AC21-D57A-63F93640CEC6}"/>
              </a:ext>
            </a:extLst>
          </p:cNvPr>
          <p:cNvSpPr txBox="1"/>
          <p:nvPr/>
        </p:nvSpPr>
        <p:spPr>
          <a:xfrm>
            <a:off x="8514416" y="8314403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  <p:extLst>
      <p:ext uri="{BB962C8B-B14F-4D97-AF65-F5344CB8AC3E}">
        <p14:creationId xmlns:p14="http://schemas.microsoft.com/office/powerpoint/2010/main" val="3239370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  <p:sp>
        <p:nvSpPr>
          <p:cNvPr id="65" name="TextBox 54">
            <a:extLst>
              <a:ext uri="{FF2B5EF4-FFF2-40B4-BE49-F238E27FC236}">
                <a16:creationId xmlns:a16="http://schemas.microsoft.com/office/drawing/2014/main" id="{AA16EBDB-8D73-B455-0B0E-FE76E9F0186A}"/>
              </a:ext>
            </a:extLst>
          </p:cNvPr>
          <p:cNvSpPr txBox="1"/>
          <p:nvPr/>
        </p:nvSpPr>
        <p:spPr>
          <a:xfrm>
            <a:off x="3352800" y="3771900"/>
            <a:ext cx="64008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endParaRPr lang="pt-BR" dirty="0">
              <a:latin typeface="Open Sans Bold" pitchFamily="2" charset="0"/>
              <a:ea typeface="Open Sans Bold" pitchFamily="2" charset="0"/>
              <a:cs typeface="Open Sans Bold" pitchFamily="2" charset="0"/>
            </a:endParaRPr>
          </a:p>
        </p:txBody>
      </p:sp>
      <p:sp>
        <p:nvSpPr>
          <p:cNvPr id="100" name="TextBox 54">
            <a:extLst>
              <a:ext uri="{FF2B5EF4-FFF2-40B4-BE49-F238E27FC236}">
                <a16:creationId xmlns:a16="http://schemas.microsoft.com/office/drawing/2014/main" id="{EB0180F3-0E1A-7A45-E60C-0298EB6E24E9}"/>
              </a:ext>
            </a:extLst>
          </p:cNvPr>
          <p:cNvSpPr txBox="1"/>
          <p:nvPr/>
        </p:nvSpPr>
        <p:spPr>
          <a:xfrm>
            <a:off x="7772399" y="3771900"/>
            <a:ext cx="64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</p:txBody>
      </p:sp>
      <p:sp>
        <p:nvSpPr>
          <p:cNvPr id="102" name="TextBox 54">
            <a:extLst>
              <a:ext uri="{FF2B5EF4-FFF2-40B4-BE49-F238E27FC236}">
                <a16:creationId xmlns:a16="http://schemas.microsoft.com/office/drawing/2014/main" id="{78E03865-0CD0-311B-9FC9-19D86E11148A}"/>
              </a:ext>
            </a:extLst>
          </p:cNvPr>
          <p:cNvSpPr txBox="1"/>
          <p:nvPr/>
        </p:nvSpPr>
        <p:spPr>
          <a:xfrm>
            <a:off x="7772399" y="6515100"/>
            <a:ext cx="640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6" name="TextBox 54">
            <a:extLst>
              <a:ext uri="{FF2B5EF4-FFF2-40B4-BE49-F238E27FC236}">
                <a16:creationId xmlns:a16="http://schemas.microsoft.com/office/drawing/2014/main" id="{753FFDC1-F773-1117-40FB-B43D957851FF}"/>
              </a:ext>
            </a:extLst>
          </p:cNvPr>
          <p:cNvSpPr txBox="1"/>
          <p:nvPr/>
        </p:nvSpPr>
        <p:spPr>
          <a:xfrm>
            <a:off x="12339485" y="3778045"/>
            <a:ext cx="3510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4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D5435-B4F7-F8EC-7A30-56BE577B426C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2BAC63A0-B419-EAC6-AE82-9DA9C81C1767}"/>
              </a:ext>
            </a:extLst>
          </p:cNvPr>
          <p:cNvSpPr txBox="1"/>
          <p:nvPr/>
        </p:nvSpPr>
        <p:spPr>
          <a:xfrm>
            <a:off x="9670026" y="3898574"/>
            <a:ext cx="7395990" cy="1165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0FBD80AE-79F3-4BFA-9BED-C92AF9FF8377}"/>
              </a:ext>
            </a:extLst>
          </p:cNvPr>
          <p:cNvSpPr txBox="1"/>
          <p:nvPr/>
        </p:nvSpPr>
        <p:spPr>
          <a:xfrm>
            <a:off x="9670026" y="1506794"/>
            <a:ext cx="7395990" cy="1951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A07866-47DF-CC30-A719-C9A8730A0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482</Words>
  <Application>Microsoft Office PowerPoint</Application>
  <PresentationFormat>Custom</PresentationFormat>
  <Paragraphs>89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Open Sans Bold</vt:lpstr>
      <vt:lpstr>Open Sans Bold Italics</vt:lpstr>
      <vt:lpstr>Calibri</vt:lpstr>
      <vt:lpstr>Open Sans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dc:creator>Victor Barros</dc:creator>
  <cp:lastModifiedBy>Victor Barros</cp:lastModifiedBy>
  <cp:revision>22</cp:revision>
  <dcterms:created xsi:type="dcterms:W3CDTF">2006-08-16T00:00:00Z</dcterms:created>
  <dcterms:modified xsi:type="dcterms:W3CDTF">2026-09-10T18:31:33Z</dcterms:modified>
  <dc:identifier>DAHNWqmJ_FE</dc:identifier>
</cp:coreProperties>
</file>