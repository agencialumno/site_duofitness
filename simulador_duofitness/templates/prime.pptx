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anose="020B0806030504020204" pitchFamily="34" charset="0"/>
      <p:regular r:id="rId36"/>
      <p:bold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3352800" y="3771900"/>
            <a:ext cx="640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772399" y="3771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7772399" y="6515100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6" name="TextBox 54">
            <a:extLst>
              <a:ext uri="{FF2B5EF4-FFF2-40B4-BE49-F238E27FC236}">
                <a16:creationId xmlns:a16="http://schemas.microsoft.com/office/drawing/2014/main" id="{753FFDC1-F773-1117-40FB-B43D957851FF}"/>
              </a:ext>
            </a:extLst>
          </p:cNvPr>
          <p:cNvSpPr txBox="1"/>
          <p:nvPr/>
        </p:nvSpPr>
        <p:spPr>
          <a:xfrm>
            <a:off x="12339485" y="3778045"/>
            <a:ext cx="351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482</Words>
  <Application>Microsoft Office PowerPoint</Application>
  <PresentationFormat>Custom</PresentationFormat>
  <Paragraphs>81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Open Sans</vt:lpstr>
      <vt:lpstr>Open Sans Bold</vt:lpstr>
      <vt:lpstr>Calibri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16</cp:revision>
  <dcterms:created xsi:type="dcterms:W3CDTF">2006-08-16T00:00:00Z</dcterms:created>
  <dcterms:modified xsi:type="dcterms:W3CDTF">2026-08-04T17:56:25Z</dcterms:modified>
  <dc:identifier>DAHNWqmJ_FE</dc:identifier>
</cp:coreProperties>
</file>