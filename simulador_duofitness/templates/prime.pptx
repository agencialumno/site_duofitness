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606030504020204" pitchFamily="34" charset="0"/>
      <p:regular r:id="rId36"/>
      <p:bold r:id="rId37"/>
      <p:boldItalic r:id="rId38"/>
    </p:embeddedFont>
    <p:embeddedFont>
      <p:font typeface="Open Sans Bold" panose="020B0806030504020204" pitchFamily="34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87B7CD-94D3-1588-93F3-6349BAC0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27DE1A-A629-052F-7EE1-899D80BE8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2BAC63A0-B419-EAC6-AE82-9DA9C81C1767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0FBD80AE-79F3-4BFA-9BED-C92AF9FF8377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482</Words>
  <Application>Microsoft Office PowerPoint</Application>
  <PresentationFormat>Custom</PresentationFormat>
  <Paragraphs>89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23</cp:revision>
  <dcterms:created xsi:type="dcterms:W3CDTF">2006-08-16T00:00:00Z</dcterms:created>
  <dcterms:modified xsi:type="dcterms:W3CDTF">2026-09-16T21:12:11Z</dcterms:modified>
  <dc:identifier>DAHNWqmJ_FE</dc:identifier>
</cp:coreProperties>
</file>