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806030504020204" pitchFamily="34" charset="0"/>
      <p:regular r:id="rId36"/>
      <p:bold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2590800" y="4066729"/>
            <a:ext cx="344825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28746"/>
            <a:ext cx="344825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83803" y="3921136"/>
            <a:ext cx="344825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74278" y="4285207"/>
            <a:ext cx="344825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74278" y="4675732"/>
            <a:ext cx="344825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74278" y="5056732"/>
            <a:ext cx="344825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83804" y="5443427"/>
            <a:ext cx="335300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573000" y="3913658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573000" y="4294725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573000" y="4677590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573000" y="5060455"/>
            <a:ext cx="32589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73000" y="5443319"/>
            <a:ext cx="32589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573000" y="5821769"/>
            <a:ext cx="325897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573000" y="6204634"/>
            <a:ext cx="325897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573000" y="6597023"/>
            <a:ext cx="325897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73000" y="6979888"/>
            <a:ext cx="32589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573000" y="7362753"/>
            <a:ext cx="32589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73000" y="7745617"/>
            <a:ext cx="32589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74278" y="7001293"/>
            <a:ext cx="344825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83804" y="7374633"/>
            <a:ext cx="335300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474278" y="7757498"/>
            <a:ext cx="344825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4817285"/>
            <a:ext cx="344825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90800" y="5201245"/>
            <a:ext cx="344825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5593635"/>
            <a:ext cx="344825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5976500"/>
            <a:ext cx="344825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90800" y="6359364"/>
            <a:ext cx="344825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90800" y="6751754"/>
            <a:ext cx="344825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90800" y="7134619"/>
            <a:ext cx="344825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90800" y="7507958"/>
            <a:ext cx="344825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90801" y="7900348"/>
            <a:ext cx="335300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993485"/>
            <a:ext cx="3902113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908422" y="3833081"/>
            <a:ext cx="4394015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52895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[EQUIP_EXTRA]: [EQUIP_EXTRA_QUANT]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429</Words>
  <Application>Microsoft Office PowerPoint</Application>
  <PresentationFormat>Custom</PresentationFormat>
  <Paragraphs>120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Open Sans</vt:lpstr>
      <vt:lpstr>Calibri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10</cp:revision>
  <dcterms:created xsi:type="dcterms:W3CDTF">2006-08-16T00:00:00Z</dcterms:created>
  <dcterms:modified xsi:type="dcterms:W3CDTF">2026-07-10T12:25:30Z</dcterms:modified>
  <dc:identifier>DAHNWqmJ_FE</dc:identifier>
</cp:coreProperties>
</file>