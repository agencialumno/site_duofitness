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606030504020204" pitchFamily="34" charset="0"/>
      <p:regular r:id="rId36"/>
      <p:bold r:id="rId37"/>
      <p:boldItalic r:id="rId38"/>
    </p:embeddedFont>
    <p:embeddedFont>
      <p:font typeface="Open Sans Bold" panose="020B0806030504020204" pitchFamily="34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7E50E51-A823-7FBD-EF66-3D770A9C5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482</Words>
  <Application>Microsoft Office PowerPoint</Application>
  <PresentationFormat>Custom</PresentationFormat>
  <Paragraphs>81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Calibri</vt:lpstr>
      <vt:lpstr>Arial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19</cp:revision>
  <dcterms:created xsi:type="dcterms:W3CDTF">2006-08-16T00:00:00Z</dcterms:created>
  <dcterms:modified xsi:type="dcterms:W3CDTF">2026-08-06T15:47:53Z</dcterms:modified>
  <dc:identifier>DAHNWqmJ_FE</dc:identifier>
</cp:coreProperties>
</file>