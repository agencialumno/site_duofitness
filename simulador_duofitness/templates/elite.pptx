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anose="020B0806030504020204" pitchFamily="34" charset="0"/>
      <p:regular r:id="rId44"/>
      <p:bold r:id="rId45"/>
      <p:boldItalic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38" y="-74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743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72330" y="3867415"/>
            <a:ext cx="363296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72330" y="4229433"/>
            <a:ext cx="363296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67602" y="4285207"/>
            <a:ext cx="351502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67602" y="4675732"/>
            <a:ext cx="351502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67602" y="5056732"/>
            <a:ext cx="351502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67602" y="5443427"/>
            <a:ext cx="351502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039601" y="3963614"/>
            <a:ext cx="342366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039601" y="4344681"/>
            <a:ext cx="342365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39601" y="4727546"/>
            <a:ext cx="342365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039601" y="5110410"/>
            <a:ext cx="342365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39601" y="5493275"/>
            <a:ext cx="342365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039601" y="5871725"/>
            <a:ext cx="342365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39601" y="6254589"/>
            <a:ext cx="342365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039601" y="6647690"/>
            <a:ext cx="342365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039601" y="7030555"/>
            <a:ext cx="342365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039601" y="7413420"/>
            <a:ext cx="342365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467602" y="7001293"/>
            <a:ext cx="351502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67602" y="7374633"/>
            <a:ext cx="351502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67602" y="7757498"/>
            <a:ext cx="351502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72330" y="4617971"/>
            <a:ext cx="363296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72330" y="5001932"/>
            <a:ext cx="363296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72330" y="5394321"/>
            <a:ext cx="363296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72330" y="5777186"/>
            <a:ext cx="363296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72330" y="6160051"/>
            <a:ext cx="363296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72330" y="6552440"/>
            <a:ext cx="363296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72329" y="6935305"/>
            <a:ext cx="363297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72328" y="7308645"/>
            <a:ext cx="363297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72329" y="7701034"/>
            <a:ext cx="353772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72329" y="8083899"/>
            <a:ext cx="353772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794172"/>
            <a:ext cx="3902113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391491" y="3883036"/>
            <a:ext cx="332418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Remada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Ajustável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grpSp>
        <p:nvGrpSpPr>
          <p:cNvPr id="100" name="Group 61">
            <a:extLst>
              <a:ext uri="{FF2B5EF4-FFF2-40B4-BE49-F238E27FC236}">
                <a16:creationId xmlns:a16="http://schemas.microsoft.com/office/drawing/2014/main" id="{BF238846-CB53-33A0-3D61-66C1E04B8D7C}"/>
              </a:ext>
            </a:extLst>
          </p:cNvPr>
          <p:cNvGrpSpPr/>
          <p:nvPr/>
        </p:nvGrpSpPr>
        <p:grpSpPr>
          <a:xfrm>
            <a:off x="7467601" y="8218210"/>
            <a:ext cx="351502" cy="278090"/>
            <a:chOff x="0" y="0"/>
            <a:chExt cx="62793" cy="73242"/>
          </a:xfrm>
        </p:grpSpPr>
        <p:sp>
          <p:nvSpPr>
            <p:cNvPr id="101" name="Freeform 62">
              <a:extLst>
                <a:ext uri="{FF2B5EF4-FFF2-40B4-BE49-F238E27FC236}">
                  <a16:creationId xmlns:a16="http://schemas.microsoft.com/office/drawing/2014/main" id="{9CB664E2-2439-766F-AA60-940C014C2345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02" name="TextBox 63">
              <a:extLst>
                <a:ext uri="{FF2B5EF4-FFF2-40B4-BE49-F238E27FC236}">
                  <a16:creationId xmlns:a16="http://schemas.microsoft.com/office/drawing/2014/main" id="{22F34569-8DDE-B41B-26BB-31B599D26BB7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3" name="Group 61">
            <a:extLst>
              <a:ext uri="{FF2B5EF4-FFF2-40B4-BE49-F238E27FC236}">
                <a16:creationId xmlns:a16="http://schemas.microsoft.com/office/drawing/2014/main" id="{18279980-2D8E-FDE4-D616-17B594B4E281}"/>
              </a:ext>
            </a:extLst>
          </p:cNvPr>
          <p:cNvGrpSpPr/>
          <p:nvPr/>
        </p:nvGrpSpPr>
        <p:grpSpPr>
          <a:xfrm>
            <a:off x="12039989" y="8294410"/>
            <a:ext cx="351502" cy="278090"/>
            <a:chOff x="0" y="0"/>
            <a:chExt cx="62793" cy="73242"/>
          </a:xfrm>
        </p:grpSpPr>
        <p:sp>
          <p:nvSpPr>
            <p:cNvPr id="104" name="Freeform 62">
              <a:extLst>
                <a:ext uri="{FF2B5EF4-FFF2-40B4-BE49-F238E27FC236}">
                  <a16:creationId xmlns:a16="http://schemas.microsoft.com/office/drawing/2014/main" id="{23011E80-2CCE-5FE1-CFE3-A849F87CA043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05" name="TextBox 63">
              <a:extLst>
                <a:ext uri="{FF2B5EF4-FFF2-40B4-BE49-F238E27FC236}">
                  <a16:creationId xmlns:a16="http://schemas.microsoft.com/office/drawing/2014/main" id="{9BC3E614-2258-1B0F-0AA2-05B5DF72F629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6" name="Group 61">
            <a:extLst>
              <a:ext uri="{FF2B5EF4-FFF2-40B4-BE49-F238E27FC236}">
                <a16:creationId xmlns:a16="http://schemas.microsoft.com/office/drawing/2014/main" id="{8AF225AC-5A7A-51D3-6B1C-C139BEE87A15}"/>
              </a:ext>
            </a:extLst>
          </p:cNvPr>
          <p:cNvGrpSpPr/>
          <p:nvPr/>
        </p:nvGrpSpPr>
        <p:grpSpPr>
          <a:xfrm>
            <a:off x="12039989" y="7867790"/>
            <a:ext cx="351502" cy="278090"/>
            <a:chOff x="0" y="0"/>
            <a:chExt cx="62793" cy="73242"/>
          </a:xfrm>
        </p:grpSpPr>
        <p:sp>
          <p:nvSpPr>
            <p:cNvPr id="107" name="Freeform 62">
              <a:extLst>
                <a:ext uri="{FF2B5EF4-FFF2-40B4-BE49-F238E27FC236}">
                  <a16:creationId xmlns:a16="http://schemas.microsoft.com/office/drawing/2014/main" id="{AEF2A5A1-6A64-E4A9-E8B5-6FA13559BB78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08" name="TextBox 63">
              <a:extLst>
                <a:ext uri="{FF2B5EF4-FFF2-40B4-BE49-F238E27FC236}">
                  <a16:creationId xmlns:a16="http://schemas.microsoft.com/office/drawing/2014/main" id="{71B348F4-611F-8221-1A35-C0FEE8BD51F5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58971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26242" y="935032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[EQUIP_EXTRA]: [EQUIP_EXTRA_QUANT]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502</Words>
  <Application>Microsoft Office PowerPoint</Application>
  <PresentationFormat>Custom</PresentationFormat>
  <Paragraphs>132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</vt:lpstr>
      <vt:lpstr>Open Sans Bold Italics</vt:lpstr>
      <vt:lpstr>Arial</vt:lpstr>
      <vt:lpstr>Open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cp:lastModifiedBy>Victor Barros</cp:lastModifiedBy>
  <cp:revision>7</cp:revision>
  <dcterms:created xsi:type="dcterms:W3CDTF">2006-08-16T00:00:00Z</dcterms:created>
  <dcterms:modified xsi:type="dcterms:W3CDTF">2026-07-10T12:21:41Z</dcterms:modified>
  <dc:identifier>DAHNWy9b1aU</dc:identifier>
</cp:coreProperties>
</file>