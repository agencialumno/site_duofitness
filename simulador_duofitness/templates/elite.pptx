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itchFamily="2" charset="0"/>
      <p:regular r:id="rId44"/>
      <p:bold r:id="rId45"/>
      <p:boldItalic r:id="rId46"/>
    </p:embeddedFont>
    <p:embeddedFont>
      <p:font typeface="Open Sans Bold" pitchFamily="2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743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72330" y="3867415"/>
            <a:ext cx="363296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72330" y="4229433"/>
            <a:ext cx="363296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67602" y="4285207"/>
            <a:ext cx="351502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67602" y="4675732"/>
            <a:ext cx="351502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67602" y="5056732"/>
            <a:ext cx="351502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2" y="5443427"/>
            <a:ext cx="351502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39601" y="3963614"/>
            <a:ext cx="342366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39601" y="4344681"/>
            <a:ext cx="342365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39601" y="4727546"/>
            <a:ext cx="342365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039601" y="5110410"/>
            <a:ext cx="342365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9601" y="5493275"/>
            <a:ext cx="342365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039601" y="5871725"/>
            <a:ext cx="342365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39601" y="6254589"/>
            <a:ext cx="342365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039601" y="6647690"/>
            <a:ext cx="342365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39601" y="7030555"/>
            <a:ext cx="342365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039601" y="7413420"/>
            <a:ext cx="342365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467602" y="7001293"/>
            <a:ext cx="351502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67602" y="7374633"/>
            <a:ext cx="351502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67602" y="7757498"/>
            <a:ext cx="351502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72330" y="4617971"/>
            <a:ext cx="363296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72330" y="5001932"/>
            <a:ext cx="363296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72330" y="5394321"/>
            <a:ext cx="363296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72330" y="5777186"/>
            <a:ext cx="363296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72330" y="6160051"/>
            <a:ext cx="363296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72330" y="6552440"/>
            <a:ext cx="363296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72329" y="6935305"/>
            <a:ext cx="363297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72328" y="7308645"/>
            <a:ext cx="363297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72329" y="7701034"/>
            <a:ext cx="353772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72329" y="8083899"/>
            <a:ext cx="353772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794172"/>
            <a:ext cx="3902113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391491" y="3883036"/>
            <a:ext cx="332418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Remada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Ajustável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58971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26242" y="935032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492</Words>
  <Application>Microsoft Office PowerPoint</Application>
  <PresentationFormat>Custom</PresentationFormat>
  <Paragraphs>129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 Italics</vt:lpstr>
      <vt:lpstr>Open Sans</vt:lpstr>
      <vt:lpstr>Calibri</vt:lpstr>
      <vt:lpstr>Arial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8</cp:revision>
  <dcterms:created xsi:type="dcterms:W3CDTF">2006-08-16T00:00:00Z</dcterms:created>
  <dcterms:modified xsi:type="dcterms:W3CDTF">2026-07-10T20:56:46Z</dcterms:modified>
  <dc:identifier>DAHNWy9b1aU</dc:identifier>
</cp:coreProperties>
</file>