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3" r:id="rId14"/>
    <p:sldId id="294" r:id="rId15"/>
    <p:sldId id="268" r:id="rId16"/>
    <p:sldId id="295" r:id="rId17"/>
    <p:sldId id="269" r:id="rId18"/>
    <p:sldId id="296" r:id="rId19"/>
    <p:sldId id="297" r:id="rId20"/>
    <p:sldId id="298" r:id="rId21"/>
    <p:sldId id="299" r:id="rId22"/>
    <p:sldId id="272" r:id="rId23"/>
    <p:sldId id="300" r:id="rId24"/>
    <p:sldId id="301" r:id="rId25"/>
    <p:sldId id="302" r:id="rId26"/>
    <p:sldId id="274" r:id="rId27"/>
    <p:sldId id="270" r:id="rId28"/>
    <p:sldId id="303" r:id="rId29"/>
    <p:sldId id="283" r:id="rId30"/>
    <p:sldId id="282" r:id="rId31"/>
    <p:sldId id="284" r:id="rId32"/>
    <p:sldId id="306" r:id="rId33"/>
    <p:sldId id="305" r:id="rId34"/>
    <p:sldId id="304" r:id="rId35"/>
    <p:sldId id="285" r:id="rId36"/>
    <p:sldId id="307" r:id="rId37"/>
    <p:sldId id="286" r:id="rId38"/>
    <p:sldId id="287" r:id="rId39"/>
    <p:sldId id="289" r:id="rId40"/>
    <p:sldId id="290" r:id="rId41"/>
    <p:sldId id="291" r:id="rId42"/>
    <p:sldId id="292" r:id="rId43"/>
  </p:sldIdLst>
  <p:sldSz cx="18288000" cy="10287000"/>
  <p:notesSz cx="6858000" cy="9144000"/>
  <p:embeddedFontLst>
    <p:embeddedFont>
      <p:font typeface="Open Sans" pitchFamily="2" charset="0"/>
      <p:regular r:id="rId44"/>
      <p:bold r:id="rId45"/>
      <p:boldItalic r:id="rId46"/>
    </p:embeddedFont>
    <p:embeddedFont>
      <p:font typeface="Open Sans Bold" pitchFamily="2" charset="0"/>
      <p:bold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9874" y="5415783"/>
            <a:ext cx="4345068" cy="826209"/>
            <a:chOff x="0" y="0"/>
            <a:chExt cx="1437020" cy="2732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83941" y="5415783"/>
            <a:ext cx="4345068" cy="826209"/>
            <a:chOff x="0" y="0"/>
            <a:chExt cx="1437020" cy="2732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97064" y="5525788"/>
            <a:ext cx="4494336" cy="53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62"/>
              </a:lnSpc>
            </a:pPr>
            <a:r>
              <a:rPr lang="en-US" sz="25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9874" y="6368859"/>
            <a:ext cx="3892034" cy="38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Validade da proposta: 10 dias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7720" y="5508677"/>
            <a:ext cx="1530522" cy="57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2"/>
              </a:lnSpc>
            </a:pPr>
            <a:r>
              <a:rPr lang="en-US" sz="3330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Cliente: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71745F-6973-46A0-DA06-2098D45CB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9144069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[ESTEIRA]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4B69FF-0F68-9AF6-8855-FC1202CF0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46972C-C988-2672-D248-D5E1BAE03802}"/>
              </a:ext>
            </a:extLst>
          </p:cNvPr>
          <p:cNvSpPr txBox="1"/>
          <p:nvPr/>
        </p:nvSpPr>
        <p:spPr>
          <a:xfrm>
            <a:off x="8229600" y="7658100"/>
            <a:ext cx="102108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[BIKE_ERGO]</a:t>
            </a:r>
          </a:p>
        </p:txBody>
      </p:sp>
    </p:spTree>
    <p:extLst>
      <p:ext uri="{BB962C8B-B14F-4D97-AF65-F5344CB8AC3E}">
        <p14:creationId xmlns:p14="http://schemas.microsoft.com/office/powerpoint/2010/main" val="2694374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3521E5-F22E-D571-91BF-33DF37D62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0350F3-FE25-9A75-2DB4-F010DF7AE339}"/>
              </a:ext>
            </a:extLst>
          </p:cNvPr>
          <p:cNvSpPr txBox="1"/>
          <p:nvPr/>
        </p:nvSpPr>
        <p:spPr>
          <a:xfrm>
            <a:off x="7772400" y="7658100"/>
            <a:ext cx="102108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[BIKE_KIKOS]</a:t>
            </a:r>
          </a:p>
        </p:txBody>
      </p:sp>
    </p:spTree>
    <p:extLst>
      <p:ext uri="{BB962C8B-B14F-4D97-AF65-F5344CB8AC3E}">
        <p14:creationId xmlns:p14="http://schemas.microsoft.com/office/powerpoint/2010/main" val="3200312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229600" y="7658100"/>
            <a:ext cx="96012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[BIKE_SPI]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5F2C22-6581-FD16-8911-B6814B1B9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A012F7-13DB-44CC-8228-A690A3142806}"/>
              </a:ext>
            </a:extLst>
          </p:cNvPr>
          <p:cNvSpPr txBox="1"/>
          <p:nvPr/>
        </p:nvSpPr>
        <p:spPr>
          <a:xfrm>
            <a:off x="7543800" y="7810500"/>
            <a:ext cx="9601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[ELIPTICO]</a:t>
            </a:r>
          </a:p>
        </p:txBody>
      </p:sp>
    </p:spTree>
    <p:extLst>
      <p:ext uri="{BB962C8B-B14F-4D97-AF65-F5344CB8AC3E}">
        <p14:creationId xmlns:p14="http://schemas.microsoft.com/office/powerpoint/2010/main" val="1184083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924800" y="7734300"/>
            <a:ext cx="877165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[ESCADA]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9F551C-51BA-422A-E61D-53F8AF77F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1C3D7F-BF82-CFFA-23DB-2E183DF5FDCB}"/>
              </a:ext>
            </a:extLst>
          </p:cNvPr>
          <p:cNvSpPr txBox="1"/>
          <p:nvPr/>
        </p:nvSpPr>
        <p:spPr>
          <a:xfrm>
            <a:off x="7620000" y="7734300"/>
            <a:ext cx="105918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[CROSS_ANG]</a:t>
            </a:r>
          </a:p>
        </p:txBody>
      </p:sp>
    </p:spTree>
    <p:extLst>
      <p:ext uri="{BB962C8B-B14F-4D97-AF65-F5344CB8AC3E}">
        <p14:creationId xmlns:p14="http://schemas.microsoft.com/office/powerpoint/2010/main" val="2424310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5B3469-0A0E-6B01-87CD-F6EE0EAF2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82B59A-13F2-C27C-5C12-D4F90755141A}"/>
              </a:ext>
            </a:extLst>
          </p:cNvPr>
          <p:cNvSpPr txBox="1"/>
          <p:nvPr/>
        </p:nvSpPr>
        <p:spPr>
          <a:xfrm>
            <a:off x="7620000" y="7734300"/>
            <a:ext cx="114300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[CROSS_SMITH]</a:t>
            </a:r>
          </a:p>
        </p:txBody>
      </p:sp>
    </p:spTree>
    <p:extLst>
      <p:ext uri="{BB962C8B-B14F-4D97-AF65-F5344CB8AC3E}">
        <p14:creationId xmlns:p14="http://schemas.microsoft.com/office/powerpoint/2010/main" val="4273926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BE5DBA-AE7F-998B-7227-3E327DF5B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5E02C4-252E-EACE-52D9-78F773376732}"/>
              </a:ext>
            </a:extLst>
          </p:cNvPr>
          <p:cNvSpPr txBox="1"/>
          <p:nvPr/>
        </p:nvSpPr>
        <p:spPr>
          <a:xfrm>
            <a:off x="7620000" y="7734300"/>
            <a:ext cx="114300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[ELEVACAO]</a:t>
            </a:r>
          </a:p>
        </p:txBody>
      </p:sp>
    </p:spTree>
    <p:extLst>
      <p:ext uri="{BB962C8B-B14F-4D97-AF65-F5344CB8AC3E}">
        <p14:creationId xmlns:p14="http://schemas.microsoft.com/office/powerpoint/2010/main" val="3815378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F97E9E-F385-094C-20CA-0234FB073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060DAA-A9CE-2BA5-EBBD-667F0C6F5CC4}"/>
              </a:ext>
            </a:extLst>
          </p:cNvPr>
          <p:cNvSpPr txBox="1"/>
          <p:nvPr/>
        </p:nvSpPr>
        <p:spPr>
          <a:xfrm>
            <a:off x="8229600" y="7734300"/>
            <a:ext cx="114300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[G_MAX]</a:t>
            </a:r>
          </a:p>
        </p:txBody>
      </p:sp>
    </p:spTree>
    <p:extLst>
      <p:ext uri="{BB962C8B-B14F-4D97-AF65-F5344CB8AC3E}">
        <p14:creationId xmlns:p14="http://schemas.microsoft.com/office/powerpoint/2010/main" val="4034992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775411-8E9E-D52D-E0A5-0567F1A0E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835386" y="7687709"/>
            <a:ext cx="9986014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[LEG_PRESS]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0D70EB-ADF0-7CC4-43B3-217FD835B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D4A75B-AE22-5300-5E26-744D127C2E13}"/>
              </a:ext>
            </a:extLst>
          </p:cNvPr>
          <p:cNvSpPr txBox="1"/>
          <p:nvPr/>
        </p:nvSpPr>
        <p:spPr>
          <a:xfrm>
            <a:off x="6934200" y="7734300"/>
            <a:ext cx="9986014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[PEIT_DORS]</a:t>
            </a:r>
          </a:p>
        </p:txBody>
      </p:sp>
    </p:spTree>
    <p:extLst>
      <p:ext uri="{BB962C8B-B14F-4D97-AF65-F5344CB8AC3E}">
        <p14:creationId xmlns:p14="http://schemas.microsoft.com/office/powerpoint/2010/main" val="1555380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EA784B-0BB8-241E-F68A-B16B27314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E9ED21-49A3-4F1C-EBB0-980744A33F6C}"/>
              </a:ext>
            </a:extLst>
          </p:cNvPr>
          <p:cNvSpPr txBox="1"/>
          <p:nvPr/>
        </p:nvSpPr>
        <p:spPr>
          <a:xfrm>
            <a:off x="7543800" y="7734300"/>
            <a:ext cx="9986014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[DESENV]</a:t>
            </a:r>
          </a:p>
        </p:txBody>
      </p:sp>
    </p:spTree>
    <p:extLst>
      <p:ext uri="{BB962C8B-B14F-4D97-AF65-F5344CB8AC3E}">
        <p14:creationId xmlns:p14="http://schemas.microsoft.com/office/powerpoint/2010/main" val="4006014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F862E9-32B7-8F28-2609-7679372C2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3C751F-BBB1-7018-C344-6A45A02BFE0F}"/>
              </a:ext>
            </a:extLst>
          </p:cNvPr>
          <p:cNvSpPr txBox="1"/>
          <p:nvPr/>
        </p:nvSpPr>
        <p:spPr>
          <a:xfrm>
            <a:off x="7543800" y="7734300"/>
            <a:ext cx="114300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[PUXADA_ALTA]</a:t>
            </a:r>
          </a:p>
        </p:txBody>
      </p:sp>
    </p:spTree>
    <p:extLst>
      <p:ext uri="{BB962C8B-B14F-4D97-AF65-F5344CB8AC3E}">
        <p14:creationId xmlns:p14="http://schemas.microsoft.com/office/powerpoint/2010/main" val="2663549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610600" y="7658100"/>
            <a:ext cx="98298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[AD_ABD]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909545" y="8845011"/>
            <a:ext cx="10149855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[EX_FLX]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F1899C-CADA-B373-FAFB-7CDFC60CA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99489E-1319-33EF-EBB3-647237CBE67E}"/>
              </a:ext>
            </a:extLst>
          </p:cNvPr>
          <p:cNvSpPr txBox="1"/>
          <p:nvPr/>
        </p:nvSpPr>
        <p:spPr>
          <a:xfrm>
            <a:off x="8610600" y="7810500"/>
            <a:ext cx="10149855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[PULLEY]</a:t>
            </a:r>
          </a:p>
        </p:txBody>
      </p:sp>
    </p:spTree>
    <p:extLst>
      <p:ext uri="{BB962C8B-B14F-4D97-AF65-F5344CB8AC3E}">
        <p14:creationId xmlns:p14="http://schemas.microsoft.com/office/powerpoint/2010/main" val="36280041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C50C1E-0103-9AAC-11C0-29A97CC55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924800" y="7658100"/>
            <a:ext cx="114300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[BANCO_MULT]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086600" y="7636273"/>
            <a:ext cx="10744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[BANCO_SUP]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CAFF4C-3142-121F-4EFA-97682680D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400800" y="6286500"/>
            <a:ext cx="10363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[HALTER]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59182" y="8367661"/>
            <a:ext cx="10490618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[ANILHA]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97AF98-D0A4-30B8-4766-FA47A689B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4DD49CFB-CBBB-2E9A-67DC-27CD558C7A44}"/>
              </a:ext>
            </a:extLst>
          </p:cNvPr>
          <p:cNvSpPr txBox="1"/>
          <p:nvPr/>
        </p:nvSpPr>
        <p:spPr>
          <a:xfrm>
            <a:off x="6172200" y="4991100"/>
            <a:ext cx="10363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[D_14]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123D37-9870-CE10-5C8F-4E9CA7EDB471}"/>
              </a:ext>
            </a:extLst>
          </p:cNvPr>
          <p:cNvSpPr txBox="1"/>
          <p:nvPr/>
        </p:nvSpPr>
        <p:spPr>
          <a:xfrm>
            <a:off x="6629400" y="6743700"/>
            <a:ext cx="10363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[D_18]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3CDD99-C655-AF95-67EF-18C89BF54898}"/>
              </a:ext>
            </a:extLst>
          </p:cNvPr>
          <p:cNvSpPr txBox="1"/>
          <p:nvPr/>
        </p:nvSpPr>
        <p:spPr>
          <a:xfrm>
            <a:off x="7315200" y="8521596"/>
            <a:ext cx="10363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[D_22]</a:t>
            </a:r>
          </a:p>
        </p:txBody>
      </p:sp>
    </p:spTree>
    <p:extLst>
      <p:ext uri="{BB962C8B-B14F-4D97-AF65-F5344CB8AC3E}">
        <p14:creationId xmlns:p14="http://schemas.microsoft.com/office/powerpoint/2010/main" val="408228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AFDD4E-92B3-3CC6-0D69-C5B35CF9A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3BEDA1-1334-4AFC-3082-AA86AD1DD3DE}"/>
              </a:ext>
            </a:extLst>
          </p:cNvPr>
          <p:cNvSpPr txBox="1"/>
          <p:nvPr/>
        </p:nvSpPr>
        <p:spPr>
          <a:xfrm>
            <a:off x="7010400" y="6438900"/>
            <a:ext cx="10363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[D_26]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1FC62-C57A-E159-4590-0D4B27DE1ED3}"/>
              </a:ext>
            </a:extLst>
          </p:cNvPr>
          <p:cNvSpPr txBox="1"/>
          <p:nvPr/>
        </p:nvSpPr>
        <p:spPr>
          <a:xfrm>
            <a:off x="7543800" y="8267700"/>
            <a:ext cx="10363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[D_30]</a:t>
            </a:r>
          </a:p>
        </p:txBody>
      </p:sp>
    </p:spTree>
    <p:extLst>
      <p:ext uri="{BB962C8B-B14F-4D97-AF65-F5344CB8AC3E}">
        <p14:creationId xmlns:p14="http://schemas.microsoft.com/office/powerpoint/2010/main" val="37271603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9B8A8B-9ACE-AC1B-F252-0291ECC28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AACE2ECE-223C-EDD9-7F78-6A7CC2EB27DC}"/>
              </a:ext>
            </a:extLst>
          </p:cNvPr>
          <p:cNvSpPr txBox="1"/>
          <p:nvPr/>
        </p:nvSpPr>
        <p:spPr>
          <a:xfrm>
            <a:off x="6705600" y="7581900"/>
            <a:ext cx="10363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[BARRA_W]</a:t>
            </a:r>
          </a:p>
        </p:txBody>
      </p:sp>
    </p:spTree>
    <p:extLst>
      <p:ext uri="{BB962C8B-B14F-4D97-AF65-F5344CB8AC3E}">
        <p14:creationId xmlns:p14="http://schemas.microsoft.com/office/powerpoint/2010/main" val="30704650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2E629A-7FA3-2422-3AEF-C9519FD49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486400" y="8496300"/>
            <a:ext cx="11506200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[SUP_HALTER]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77258" y="6362700"/>
            <a:ext cx="11010541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[SUP_BARRA]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4991A1-923A-F9E6-0382-EB55AE93A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D3C90B6F-9F41-F98A-BF30-F615416396FE}"/>
              </a:ext>
            </a:extLst>
          </p:cNvPr>
          <p:cNvSpPr txBox="1"/>
          <p:nvPr/>
        </p:nvSpPr>
        <p:spPr>
          <a:xfrm>
            <a:off x="7306956" y="7734300"/>
            <a:ext cx="12200244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[RACK_DUMBELL]</a:t>
            </a:r>
          </a:p>
        </p:txBody>
      </p:sp>
    </p:spTree>
    <p:extLst>
      <p:ext uri="{BB962C8B-B14F-4D97-AF65-F5344CB8AC3E}">
        <p14:creationId xmlns:p14="http://schemas.microsoft.com/office/powerpoint/2010/main" val="32232956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D675E7E-47C9-3D43-37E4-D3EA5AFE7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924800" y="8921042"/>
            <a:ext cx="10896600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[PUX_ROMA]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20000" y="7046063"/>
            <a:ext cx="108966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[CORDA_SERG]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62800" y="5171084"/>
            <a:ext cx="102108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[TRI_SERG]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E48639B-9EA2-A95E-8915-43905569A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553200" y="6362700"/>
            <a:ext cx="883920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[PUX_RETO]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0" y="8340827"/>
            <a:ext cx="975360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[PUX_TORNO]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2E5591-9C3E-1C4D-D3BA-859747AF1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696200" y="6337907"/>
            <a:ext cx="12039600" cy="862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[COLCHONETE]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10600" y="8420100"/>
            <a:ext cx="9445335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[STEP_LIGHT]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94" name="Group 94"/>
          <p:cNvGrpSpPr/>
          <p:nvPr/>
        </p:nvGrpSpPr>
        <p:grpSpPr>
          <a:xfrm>
            <a:off x="6441734" y="2472975"/>
            <a:ext cx="5518272" cy="980717"/>
            <a:chOff x="0" y="0"/>
            <a:chExt cx="1453372" cy="258296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453372" cy="258296"/>
            </a:xfrm>
            <a:custGeom>
              <a:avLst/>
              <a:gdLst/>
              <a:ahLst/>
              <a:cxnLst/>
              <a:rect l="l" t="t" r="r" b="b"/>
              <a:pathLst>
                <a:path w="1453372" h="258296">
                  <a:moveTo>
                    <a:pt x="0" y="0"/>
                  </a:moveTo>
                  <a:lnTo>
                    <a:pt x="1453372" y="0"/>
                  </a:lnTo>
                  <a:lnTo>
                    <a:pt x="1453372" y="258296"/>
                  </a:lnTo>
                  <a:lnTo>
                    <a:pt x="0" y="258296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96" name="TextBox 96"/>
            <p:cNvSpPr txBox="1"/>
            <p:nvPr/>
          </p:nvSpPr>
          <p:spPr>
            <a:xfrm>
              <a:off x="0" y="-38100"/>
              <a:ext cx="1453372" cy="296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6920413" y="2419315"/>
            <a:ext cx="4524543" cy="904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4"/>
              </a:lnSpc>
            </a:pPr>
            <a:r>
              <a:rPr lang="en-US" sz="500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COMBO ELITE</a:t>
            </a:r>
          </a:p>
        </p:txBody>
      </p:sp>
      <p:sp>
        <p:nvSpPr>
          <p:cNvPr id="101" name="TextBox 54">
            <a:extLst>
              <a:ext uri="{FF2B5EF4-FFF2-40B4-BE49-F238E27FC236}">
                <a16:creationId xmlns:a16="http://schemas.microsoft.com/office/drawing/2014/main" id="{A8CC07BF-9F71-B5E7-0909-E8ACC72380DB}"/>
              </a:ext>
            </a:extLst>
          </p:cNvPr>
          <p:cNvSpPr txBox="1"/>
          <p:nvPr/>
        </p:nvSpPr>
        <p:spPr>
          <a:xfrm>
            <a:off x="2590800" y="3889180"/>
            <a:ext cx="5791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Esteira - [ESTEIRA]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Bike KR9.6 - [BIKE_ERGO]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Bike - [BIKE_KIKOS]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Bike Spinning - [BIKE_SPI]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Elíptico - [ELIPTICO]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Escada Profissional - [ESCADA]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Cross Angular - [CROSS_ANG]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Cross com Smith - [CROSS_SMITH]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Elevação Pélvica - [ELEVACAO]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Glúteo Máximo - [G_MAX]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Leg Press - [LEG_PRESS]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Peitoral Dorsal - [PEIT_DORS]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Desenvolvimento - [DESENV]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Puxada Alta/Supino - [PUXADA_ALTA]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Cadeira Adutora/Abdutora - [AD_ABD]</a:t>
            </a:r>
          </a:p>
          <a:p>
            <a:endParaRPr lang="pt-BR" dirty="0">
              <a:latin typeface="Open Sans Bold" pitchFamily="2" charset="0"/>
              <a:ea typeface="Open Sans Bold" pitchFamily="2" charset="0"/>
              <a:cs typeface="Open Sans Bold" pitchFamily="2" charset="0"/>
            </a:endParaRPr>
          </a:p>
        </p:txBody>
      </p:sp>
      <p:sp>
        <p:nvSpPr>
          <p:cNvPr id="103" name="TextBox 54">
            <a:extLst>
              <a:ext uri="{FF2B5EF4-FFF2-40B4-BE49-F238E27FC236}">
                <a16:creationId xmlns:a16="http://schemas.microsoft.com/office/drawing/2014/main" id="{975B118D-2F4C-C6F8-6B66-BE4E9EC38CDE}"/>
              </a:ext>
            </a:extLst>
          </p:cNvPr>
          <p:cNvSpPr txBox="1"/>
          <p:nvPr/>
        </p:nvSpPr>
        <p:spPr>
          <a:xfrm>
            <a:off x="7162800" y="3889180"/>
            <a:ext cx="5791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Cadeira Flexora/Extensora - [EX_FLX]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Pulley com Remada - [PULLEY]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Banco Multi Posições - [BANCO_MULT]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Banco Supino - [BANCO_SUP]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Anilha 10kg - [ANILHA]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Dumbell 14kg - [D_14]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Dumbell 18kg - [D_18]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Dumbell 22kg - [D_22]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Dumbell 26kg - [D_26]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Dumbell 30kg - [D_30]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Barra W - [BARRA_W]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Halter 10kg - [HALTER]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Suporte para Barras - [SUP_BARRA]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Suporte para Halteres - [SUP_HALTER]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Rack de Dumbell - [RACK_DUMBELL]</a:t>
            </a:r>
          </a:p>
        </p:txBody>
      </p:sp>
      <p:sp>
        <p:nvSpPr>
          <p:cNvPr id="105" name="TextBox 54">
            <a:extLst>
              <a:ext uri="{FF2B5EF4-FFF2-40B4-BE49-F238E27FC236}">
                <a16:creationId xmlns:a16="http://schemas.microsoft.com/office/drawing/2014/main" id="{473D1449-F2F9-9F25-D904-2E3C0633B1FE}"/>
              </a:ext>
            </a:extLst>
          </p:cNvPr>
          <p:cNvSpPr txBox="1"/>
          <p:nvPr/>
        </p:nvSpPr>
        <p:spPr>
          <a:xfrm>
            <a:off x="11887200" y="3889180"/>
            <a:ext cx="5791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Reto - [PUX_RETO]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Corda - [CORDA_SERG]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Romano - [PUX_ROMA]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Tornozelo - [PUX_TORNO]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Triângulo - [TRI_SERG]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Step Light - [STEP_LIGHT]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Colchonete - [COLCHONETE]</a:t>
            </a:r>
          </a:p>
        </p:txBody>
      </p:sp>
      <p:sp>
        <p:nvSpPr>
          <p:cNvPr id="4" name="TextBox 54">
            <a:extLst>
              <a:ext uri="{FF2B5EF4-FFF2-40B4-BE49-F238E27FC236}">
                <a16:creationId xmlns:a16="http://schemas.microsoft.com/office/drawing/2014/main" id="{CF2E8219-31E9-59ED-BE08-8623A2EDC3DE}"/>
              </a:ext>
            </a:extLst>
          </p:cNvPr>
          <p:cNvSpPr txBox="1"/>
          <p:nvPr/>
        </p:nvSpPr>
        <p:spPr>
          <a:xfrm>
            <a:off x="11887200" y="5836360"/>
            <a:ext cx="4648200" cy="373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[EXTRAS]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31295" y="4142693"/>
            <a:ext cx="7203587" cy="1432097"/>
            <a:chOff x="0" y="0"/>
            <a:chExt cx="1897241" cy="3771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97241" cy="377178"/>
            </a:xfrm>
            <a:custGeom>
              <a:avLst/>
              <a:gdLst/>
              <a:ahLst/>
              <a:cxnLst/>
              <a:rect l="l" t="t" r="r" b="b"/>
              <a:pathLst>
                <a:path w="1897241" h="377178">
                  <a:moveTo>
                    <a:pt x="0" y="0"/>
                  </a:moveTo>
                  <a:lnTo>
                    <a:pt x="1897241" y="0"/>
                  </a:lnTo>
                  <a:lnTo>
                    <a:pt x="1897241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97241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1295" y="4142693"/>
            <a:ext cx="3778620" cy="1432097"/>
            <a:chOff x="0" y="0"/>
            <a:chExt cx="995192" cy="3771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5192" cy="377178"/>
            </a:xfrm>
            <a:custGeom>
              <a:avLst/>
              <a:gdLst/>
              <a:ahLst/>
              <a:cxnLst/>
              <a:rect l="l" t="t" r="r" b="b"/>
              <a:pathLst>
                <a:path w="995192" h="377178">
                  <a:moveTo>
                    <a:pt x="0" y="0"/>
                  </a:moveTo>
                  <a:lnTo>
                    <a:pt x="995192" y="0"/>
                  </a:lnTo>
                  <a:lnTo>
                    <a:pt x="995192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5192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25000" y="5829300"/>
            <a:ext cx="6611142" cy="685611"/>
            <a:chOff x="0" y="0"/>
            <a:chExt cx="1741206" cy="1805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1206" cy="180572"/>
            </a:xfrm>
            <a:custGeom>
              <a:avLst/>
              <a:gdLst/>
              <a:ahLst/>
              <a:cxnLst/>
              <a:rect l="l" t="t" r="r" b="b"/>
              <a:pathLst>
                <a:path w="1741206" h="180572">
                  <a:moveTo>
                    <a:pt x="0" y="0"/>
                  </a:moveTo>
                  <a:lnTo>
                    <a:pt x="1741206" y="0"/>
                  </a:lnTo>
                  <a:lnTo>
                    <a:pt x="1741206" y="180572"/>
                  </a:lnTo>
                  <a:lnTo>
                    <a:pt x="0" y="18057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41206" cy="218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00193" y="4260684"/>
            <a:ext cx="3346007" cy="106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Mensalidade </a:t>
            </a:r>
          </a:p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 apartamento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78684" y="2993443"/>
            <a:ext cx="4098364" cy="505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2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09940" y="4254328"/>
            <a:ext cx="3411204" cy="1035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33"/>
              </a:lnSpc>
            </a:pPr>
            <a:r>
              <a:rPr lang="en-US" sz="6095" b="1" spc="-176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[VALOR]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77400" y="1638300"/>
            <a:ext cx="7395990" cy="5927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BÔNUS: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Manutenção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Preventiva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Mensal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Inclusa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Proposta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válida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por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10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dias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438E7F-5B5E-1B72-065C-D8A107D43921}"/>
              </a:ext>
            </a:extLst>
          </p:cNvPr>
          <p:cNvSpPr txBox="1"/>
          <p:nvPr/>
        </p:nvSpPr>
        <p:spPr>
          <a:xfrm>
            <a:off x="9601200" y="7886700"/>
            <a:ext cx="9144000" cy="1249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Período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Promocional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</a:t>
            </a:r>
            <a:b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</a:b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- [PROMO_MES]</a:t>
            </a:r>
            <a:b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</a:b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- [PROMO_VALOR]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1CFE32F4-EFA4-90BF-415E-33319687CC6E}"/>
              </a:ext>
            </a:extLst>
          </p:cNvPr>
          <p:cNvSpPr txBox="1"/>
          <p:nvPr/>
        </p:nvSpPr>
        <p:spPr>
          <a:xfrm>
            <a:off x="13375395" y="7545710"/>
            <a:ext cx="4345068" cy="94141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07734C98-7306-9F4B-7C10-D94DC7BC77F3}"/>
              </a:ext>
            </a:extLst>
          </p:cNvPr>
          <p:cNvSpPr txBox="1"/>
          <p:nvPr/>
        </p:nvSpPr>
        <p:spPr>
          <a:xfrm>
            <a:off x="9670026" y="3898574"/>
            <a:ext cx="7395990" cy="1165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Incluso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 Container: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Ar-condicionado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Espelhos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visual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padrão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Duo Fitness </a:t>
            </a: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a infra-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instalação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B59492F4-DA55-EE29-DB8E-C93F2CAAC496}"/>
              </a:ext>
            </a:extLst>
          </p:cNvPr>
          <p:cNvSpPr txBox="1"/>
          <p:nvPr/>
        </p:nvSpPr>
        <p:spPr>
          <a:xfrm>
            <a:off x="9670026" y="1506794"/>
            <a:ext cx="7395990" cy="195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Total de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unidades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informadas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190" b="1" i="1" dirty="0">
                <a:solidFill>
                  <a:srgbClr val="FFD300"/>
                </a:solidFill>
                <a:latin typeface="Open Sans"/>
                <a:ea typeface="Open Sans"/>
                <a:cs typeface="Open Sans"/>
                <a:sym typeface="Open Sans"/>
              </a:rPr>
              <a:t>[UNIDADES]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unidades</a:t>
            </a: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Valor total da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mensalidade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[VALOR_COND] </a:t>
            </a: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Prazo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[PRAZO]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9ECB98-2E8C-421C-77D4-C429684E6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629</Words>
  <Application>Microsoft Office PowerPoint</Application>
  <PresentationFormat>Custom</PresentationFormat>
  <Paragraphs>109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Open Sans</vt:lpstr>
      <vt:lpstr>Calibri</vt:lpstr>
      <vt:lpstr>Open Sans Bold</vt:lpstr>
      <vt:lpstr>Open Sans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DUO FITNESS ELITE</dc:title>
  <dc:creator>Victor Barros</dc:creator>
  <cp:lastModifiedBy>Victor Barros</cp:lastModifiedBy>
  <cp:revision>23</cp:revision>
  <dcterms:created xsi:type="dcterms:W3CDTF">2006-08-16T00:00:00Z</dcterms:created>
  <dcterms:modified xsi:type="dcterms:W3CDTF">2026-10-19T16:15:11Z</dcterms:modified>
  <dc:identifier>DAHNWy9b1aU</dc:identifier>
</cp:coreProperties>
</file>