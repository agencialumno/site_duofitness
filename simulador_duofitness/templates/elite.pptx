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Noto Sans Georgian Bold" pitchFamily="2" charset="0"/>
      <p:bold r:id="rId44"/>
    </p:embeddedFont>
    <p:embeddedFont>
      <p:font typeface="Open Sans" panose="020B0606030504020204" pitchFamily="34" charset="0"/>
      <p:regular r:id="rId45"/>
      <p:bold r:id="rId46"/>
      <p:boldItalic r:id="rId47"/>
    </p:embeddedFont>
    <p:embeddedFont>
      <p:font typeface="Open Sans Bold" panose="020B0806030504020204" pitchFamily="34" charset="0"/>
      <p:bold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CFE32F4-EFA4-90BF-415E-33319687CC6E}"/>
              </a:ext>
            </a:extLst>
          </p:cNvPr>
          <p:cNvSpPr txBox="1"/>
          <p:nvPr/>
        </p:nvSpPr>
        <p:spPr>
          <a:xfrm>
            <a:off x="13375395" y="7545710"/>
            <a:ext cx="4345068" cy="94141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439D254B-002F-3BFE-820A-4ECCF4553149}"/>
              </a:ext>
            </a:extLst>
          </p:cNvPr>
          <p:cNvGrpSpPr/>
          <p:nvPr/>
        </p:nvGrpSpPr>
        <p:grpSpPr>
          <a:xfrm>
            <a:off x="8001000" y="6210300"/>
            <a:ext cx="6629400" cy="826209"/>
            <a:chOff x="0" y="0"/>
            <a:chExt cx="1437020" cy="273248"/>
          </a:xfrm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999C7F0A-BCD3-6C82-6710-1FE3E455EE67}"/>
                </a:ext>
              </a:extLst>
            </p:cNvPr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0D6FBA92-6533-EA6B-2FC8-7140836A2187}"/>
                </a:ext>
              </a:extLst>
            </p:cNvPr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7" name="TextBox 54">
            <a:extLst>
              <a:ext uri="{FF2B5EF4-FFF2-40B4-BE49-F238E27FC236}">
                <a16:creationId xmlns:a16="http://schemas.microsoft.com/office/drawing/2014/main" id="{32709D56-182A-A2CE-B252-7A7E2E2453FE}"/>
              </a:ext>
            </a:extLst>
          </p:cNvPr>
          <p:cNvSpPr txBox="1"/>
          <p:nvPr/>
        </p:nvSpPr>
        <p:spPr>
          <a:xfrm>
            <a:off x="8305800" y="6423349"/>
            <a:ext cx="6019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latin typeface="Noto Sans Georgian Bold" pitchFamily="2" charset="0"/>
                <a:ea typeface="Open Sans Bold" pitchFamily="2" charset="0"/>
                <a:cs typeface="Open Sans Bold" pitchFamily="2" charset="0"/>
              </a:rPr>
              <a:t>VEJA O VÍDEO DE APRESENTAÇÃO DO PROJETO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637</Words>
  <Application>Microsoft Office PowerPoint</Application>
  <PresentationFormat>Custom</PresentationFormat>
  <Paragraphs>103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Open Sans Bold Italics</vt:lpstr>
      <vt:lpstr>Noto Sans Georgian Bold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17</cp:revision>
  <dcterms:created xsi:type="dcterms:W3CDTF">2006-08-16T00:00:00Z</dcterms:created>
  <dcterms:modified xsi:type="dcterms:W3CDTF">2026-08-06T13:58:10Z</dcterms:modified>
  <dc:identifier>DAHNWy9b1aU</dc:identifier>
</cp:coreProperties>
</file>