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8288000" cy="10287000"/>
  <p:notesSz cx="6858000" cy="9144000"/>
  <p:embeddedFontLst>
    <p:embeddedFont>
      <p:font typeface="Open Sans" pitchFamily="2" charset="0"/>
      <p:regular r:id="rId39"/>
      <p:bold r:id="rId40"/>
      <p:boldItalic r:id="rId41"/>
    </p:embeddedFont>
    <p:embeddedFont>
      <p:font typeface="Open Sans Bold" pitchFamily="2" charset="0"/>
      <p:bold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494336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477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629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49550" y="7752480"/>
            <a:ext cx="679045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09545" y="8845011"/>
            <a:ext cx="710185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6858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835386" y="7687709"/>
            <a:ext cx="686181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86574" y="7713427"/>
            <a:ext cx="670562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86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372465" y="7687709"/>
            <a:ext cx="70199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737954" y="7621984"/>
            <a:ext cx="6978046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877428" y="7713427"/>
            <a:ext cx="6810372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43876" y="8683301"/>
            <a:ext cx="707232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603926" y="7757460"/>
            <a:ext cx="7321874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632639" y="7687709"/>
            <a:ext cx="7055161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53525" y="7732477"/>
            <a:ext cx="692467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4000" y="7636273"/>
            <a:ext cx="70866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7086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12775" y="4895896"/>
            <a:ext cx="85176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30003" y="6940939"/>
            <a:ext cx="8357597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200 kg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63982" y="8846318"/>
            <a:ext cx="88904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1125 kg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158616" y="4972050"/>
            <a:ext cx="73287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830274" y="8932594"/>
            <a:ext cx="7028726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15918" y="6952322"/>
            <a:ext cx="6933482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98690" y="8984030"/>
            <a:ext cx="67887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196716" y="7077557"/>
            <a:ext cx="690968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982264" y="5217303"/>
            <a:ext cx="718522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19885" y="5270903"/>
            <a:ext cx="60437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60437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60437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467750" y="7750244"/>
            <a:ext cx="569605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212169" y="5095875"/>
            <a:ext cx="6132231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771917" y="7079004"/>
            <a:ext cx="6052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852065" y="9163050"/>
            <a:ext cx="578773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3562448" cy="4206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 90°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Super Rack Agachamento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Regulável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Anilhas (1,30/kg)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 Barras / Anilhas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72330" y="3867415"/>
            <a:ext cx="363296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72330" y="4229433"/>
            <a:ext cx="363296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467602" y="4285207"/>
            <a:ext cx="351502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467602" y="4675732"/>
            <a:ext cx="351502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7467602" y="5056732"/>
            <a:ext cx="351502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467602" y="5443427"/>
            <a:ext cx="351502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039601" y="3963614"/>
            <a:ext cx="342366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039601" y="4344681"/>
            <a:ext cx="342365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039601" y="4727546"/>
            <a:ext cx="342365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039601" y="5110410"/>
            <a:ext cx="342365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039601" y="5493275"/>
            <a:ext cx="342365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039601" y="5871725"/>
            <a:ext cx="342365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2039601" y="6254589"/>
            <a:ext cx="342365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2039601" y="6647690"/>
            <a:ext cx="342365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2039601" y="7030555"/>
            <a:ext cx="342365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2039601" y="7413420"/>
            <a:ext cx="342365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467602" y="7001293"/>
            <a:ext cx="351502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467602" y="7374633"/>
            <a:ext cx="351502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7467602" y="7757498"/>
            <a:ext cx="351502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72330" y="4617971"/>
            <a:ext cx="363296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72330" y="5001932"/>
            <a:ext cx="363296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72330" y="5394321"/>
            <a:ext cx="363296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72330" y="5777186"/>
            <a:ext cx="363296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72330" y="6160051"/>
            <a:ext cx="363296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2572330" y="6552440"/>
            <a:ext cx="363296" cy="278090"/>
            <a:chOff x="0" y="0"/>
            <a:chExt cx="62793" cy="73242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2572329" y="6935305"/>
            <a:ext cx="363297" cy="278090"/>
            <a:chOff x="0" y="0"/>
            <a:chExt cx="62793" cy="73242"/>
          </a:xfrm>
        </p:grpSpPr>
        <p:sp>
          <p:nvSpPr>
            <p:cNvPr id="83" name="Freeform 8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4" name="TextBox 8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2572328" y="7308645"/>
            <a:ext cx="363297" cy="278090"/>
            <a:chOff x="0" y="0"/>
            <a:chExt cx="62793" cy="73242"/>
          </a:xfrm>
        </p:grpSpPr>
        <p:sp>
          <p:nvSpPr>
            <p:cNvPr id="86" name="Freeform 8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8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2572329" y="7701034"/>
            <a:ext cx="353772" cy="278090"/>
            <a:chOff x="0" y="0"/>
            <a:chExt cx="62793" cy="73242"/>
          </a:xfrm>
        </p:grpSpPr>
        <p:sp>
          <p:nvSpPr>
            <p:cNvPr id="89" name="Freeform 8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9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2572329" y="8083899"/>
            <a:ext cx="353772" cy="278090"/>
            <a:chOff x="0" y="0"/>
            <a:chExt cx="62793" cy="73242"/>
          </a:xfrm>
        </p:grpSpPr>
        <p:sp>
          <p:nvSpPr>
            <p:cNvPr id="92" name="Freeform 9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3" name="TextBox 9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7" name="TextBox 97"/>
          <p:cNvSpPr txBox="1"/>
          <p:nvPr/>
        </p:nvSpPr>
        <p:spPr>
          <a:xfrm>
            <a:off x="2935625" y="3794172"/>
            <a:ext cx="3902113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Extensora / Flexora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de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/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Voador Peitoral e Dorsal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Supino Reto e Desenv. Ombro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12391491" y="3883036"/>
            <a:ext cx="332418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(1800mm)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Olímpica (1200mm)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Curvada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Remada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Ajustável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 Polia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6920413" y="2419315"/>
            <a:ext cx="4524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ELITE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58971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098364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2085223"/>
            <a:ext cx="7395990" cy="7517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345</Words>
  <Application>Microsoft Office PowerPoint</Application>
  <PresentationFormat>Custom</PresentationFormat>
  <Paragraphs>122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Open Sans</vt:lpstr>
      <vt:lpstr>Arial</vt:lpstr>
      <vt:lpstr>Open Sans Bold</vt:lpstr>
      <vt:lpstr>Calibri</vt:lpstr>
      <vt:lpstr>Open Sans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ELITE</dc:title>
  <cp:lastModifiedBy>Victor Barros</cp:lastModifiedBy>
  <cp:revision>4</cp:revision>
  <dcterms:created xsi:type="dcterms:W3CDTF">2006-08-16T00:00:00Z</dcterms:created>
  <dcterms:modified xsi:type="dcterms:W3CDTF">2026-06-30T15:58:47Z</dcterms:modified>
  <dc:identifier>DAHNWy9b1aU</dc:identifier>
</cp:coreProperties>
</file>