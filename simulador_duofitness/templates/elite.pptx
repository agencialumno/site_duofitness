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itchFamily="2" charset="0"/>
      <p:regular r:id="rId44"/>
      <p:bold r:id="rId45"/>
      <p:boldItalic r:id="rId46"/>
    </p:embeddedFont>
    <p:embeddedFont>
      <p:font typeface="Open Sans Bold" pitchFamily="2" charset="0"/>
      <p:bold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sp>
        <p:nvSpPr>
          <p:cNvPr id="101" name="TextBox 54">
            <a:extLst>
              <a:ext uri="{FF2B5EF4-FFF2-40B4-BE49-F238E27FC236}">
                <a16:creationId xmlns:a16="http://schemas.microsoft.com/office/drawing/2014/main" id="{A8CC07BF-9F71-B5E7-0909-E8ACC72380DB}"/>
              </a:ext>
            </a:extLst>
          </p:cNvPr>
          <p:cNvSpPr txBox="1"/>
          <p:nvPr/>
        </p:nvSpPr>
        <p:spPr>
          <a:xfrm>
            <a:off x="2495998" y="4263403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KR9.6 - [BIKE_ERGO]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Escada Profissional - [ESCADA]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Elevação Pélvica - [ELEVACAO]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</p:txBody>
      </p:sp>
      <p:sp>
        <p:nvSpPr>
          <p:cNvPr id="103" name="TextBox 54">
            <a:extLst>
              <a:ext uri="{FF2B5EF4-FFF2-40B4-BE49-F238E27FC236}">
                <a16:creationId xmlns:a16="http://schemas.microsoft.com/office/drawing/2014/main" id="{975B118D-2F4C-C6F8-6B66-BE4E9EC38CDE}"/>
              </a:ext>
            </a:extLst>
          </p:cNvPr>
          <p:cNvSpPr txBox="1"/>
          <p:nvPr/>
        </p:nvSpPr>
        <p:spPr>
          <a:xfrm>
            <a:off x="6934200" y="422910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Desenvolvimento - [DESENV]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Puxada Alta/Supino - [PUXADA_ALTA]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14kg - [D_14]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18kg - [D_18]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22kg - [D_22]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26kg - [D_26]</a:t>
            </a:r>
          </a:p>
        </p:txBody>
      </p:sp>
      <p:sp>
        <p:nvSpPr>
          <p:cNvPr id="105" name="TextBox 54">
            <a:extLst>
              <a:ext uri="{FF2B5EF4-FFF2-40B4-BE49-F238E27FC236}">
                <a16:creationId xmlns:a16="http://schemas.microsoft.com/office/drawing/2014/main" id="{473D1449-F2F9-9F25-D904-2E3C0633B1FE}"/>
              </a:ext>
            </a:extLst>
          </p:cNvPr>
          <p:cNvSpPr txBox="1"/>
          <p:nvPr/>
        </p:nvSpPr>
        <p:spPr>
          <a:xfrm>
            <a:off x="11887200" y="4174272"/>
            <a:ext cx="640080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30kg - [D_30]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Rack de Dumbell - [RACK_DUMBELL]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38E7F-5B5E-1B72-065C-D8A107D43921}"/>
              </a:ext>
            </a:extLst>
          </p:cNvPr>
          <p:cNvSpPr txBox="1"/>
          <p:nvPr/>
        </p:nvSpPr>
        <p:spPr>
          <a:xfrm>
            <a:off x="9601200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625</Words>
  <Application>Microsoft Office PowerPoint</Application>
  <PresentationFormat>Custom</PresentationFormat>
  <Paragraphs>99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cp:lastModifiedBy>Victor Barros</cp:lastModifiedBy>
  <cp:revision>13</cp:revision>
  <dcterms:created xsi:type="dcterms:W3CDTF">2006-08-16T00:00:00Z</dcterms:created>
  <dcterms:modified xsi:type="dcterms:W3CDTF">2026-07-20T21:33:48Z</dcterms:modified>
  <dc:identifier>DAHNWy9b1aU</dc:identifier>
</cp:coreProperties>
</file>