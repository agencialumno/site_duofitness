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606030504020204" pitchFamily="34" charset="0"/>
      <p:regular r:id="rId44"/>
      <p:bold r:id="rId45"/>
      <p:boldItalic r:id="rId46"/>
    </p:embeddedFont>
    <p:embeddedFont>
      <p:font typeface="Open Sans Bold" panose="020B0806030504020204" pitchFamily="34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71745F-6973-46A0-DA06-2098D45CB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53521E5-F22E-D571-91BF-33DF37D62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1CFE32F4-EFA4-90BF-415E-33319687CC6E}"/>
              </a:ext>
            </a:extLst>
          </p:cNvPr>
          <p:cNvSpPr txBox="1"/>
          <p:nvPr/>
        </p:nvSpPr>
        <p:spPr>
          <a:xfrm>
            <a:off x="13375395" y="7545710"/>
            <a:ext cx="4345068" cy="94141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07734C98-7306-9F4B-7C10-D94DC7BC77F3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59492F4-DA55-EE29-DB8E-C93F2CAAC496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A07866-47DF-CC30-A719-C9A8730A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629</Words>
  <Application>Microsoft Office PowerPoint</Application>
  <PresentationFormat>Custom</PresentationFormat>
  <Paragraphs>109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</vt:lpstr>
      <vt:lpstr>Open Sans Bold Italics</vt:lpstr>
      <vt:lpstr>Arial</vt:lpstr>
      <vt:lpstr>Open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22</cp:revision>
  <dcterms:created xsi:type="dcterms:W3CDTF">2006-08-16T00:00:00Z</dcterms:created>
  <dcterms:modified xsi:type="dcterms:W3CDTF">2026-09-16T21:09:32Z</dcterms:modified>
  <dc:identifier>DAHNWy9b1aU</dc:identifier>
</cp:coreProperties>
</file>