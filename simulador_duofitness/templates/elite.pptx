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3" r:id="rId14"/>
    <p:sldId id="294" r:id="rId15"/>
    <p:sldId id="268" r:id="rId16"/>
    <p:sldId id="295" r:id="rId17"/>
    <p:sldId id="269" r:id="rId18"/>
    <p:sldId id="296" r:id="rId19"/>
    <p:sldId id="297" r:id="rId20"/>
    <p:sldId id="298" r:id="rId21"/>
    <p:sldId id="299" r:id="rId22"/>
    <p:sldId id="272" r:id="rId23"/>
    <p:sldId id="300" r:id="rId24"/>
    <p:sldId id="301" r:id="rId25"/>
    <p:sldId id="302" r:id="rId26"/>
    <p:sldId id="274" r:id="rId27"/>
    <p:sldId id="270" r:id="rId28"/>
    <p:sldId id="303" r:id="rId29"/>
    <p:sldId id="283" r:id="rId30"/>
    <p:sldId id="282" r:id="rId31"/>
    <p:sldId id="284" r:id="rId32"/>
    <p:sldId id="306" r:id="rId33"/>
    <p:sldId id="305" r:id="rId34"/>
    <p:sldId id="304" r:id="rId35"/>
    <p:sldId id="285" r:id="rId36"/>
    <p:sldId id="307" r:id="rId37"/>
    <p:sldId id="286" r:id="rId38"/>
    <p:sldId id="287" r:id="rId39"/>
    <p:sldId id="289" r:id="rId40"/>
    <p:sldId id="290" r:id="rId41"/>
    <p:sldId id="291" r:id="rId42"/>
    <p:sldId id="292" r:id="rId43"/>
  </p:sldIdLst>
  <p:sldSz cx="18288000" cy="10287000"/>
  <p:notesSz cx="6858000" cy="9144000"/>
  <p:embeddedFontLst>
    <p:embeddedFont>
      <p:font typeface="Open Sans" panose="020B0606030504020204" pitchFamily="34" charset="0"/>
      <p:regular r:id="rId44"/>
      <p:bold r:id="rId45"/>
      <p:boldItalic r:id="rId46"/>
    </p:embeddedFont>
    <p:embeddedFont>
      <p:font typeface="Open Sans Bold" panose="020B0806030504020204" pitchFamily="34" charset="0"/>
      <p:bold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71745F-6973-46A0-DA06-2098D45CB7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91440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B69FF-0F68-9AF6-8855-FC1202CF0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6972C-C988-2672-D248-D5E1BAE03802}"/>
              </a:ext>
            </a:extLst>
          </p:cNvPr>
          <p:cNvSpPr txBox="1"/>
          <p:nvPr/>
        </p:nvSpPr>
        <p:spPr>
          <a:xfrm>
            <a:off x="82296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[BIKE_ERGO]</a:t>
            </a:r>
          </a:p>
        </p:txBody>
      </p:sp>
    </p:spTree>
    <p:extLst>
      <p:ext uri="{BB962C8B-B14F-4D97-AF65-F5344CB8AC3E}">
        <p14:creationId xmlns:p14="http://schemas.microsoft.com/office/powerpoint/2010/main" val="2694374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69ADBE-422E-2BC1-BBEE-DAE2255A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0350F3-FE25-9A75-2DB4-F010DF7AE339}"/>
              </a:ext>
            </a:extLst>
          </p:cNvPr>
          <p:cNvSpPr txBox="1"/>
          <p:nvPr/>
        </p:nvSpPr>
        <p:spPr>
          <a:xfrm>
            <a:off x="77724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200312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601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5F2C22-6581-FD16-8911-B6814B1B9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A012F7-13DB-44CC-8228-A690A3142806}"/>
              </a:ext>
            </a:extLst>
          </p:cNvPr>
          <p:cNvSpPr txBox="1"/>
          <p:nvPr/>
        </p:nvSpPr>
        <p:spPr>
          <a:xfrm>
            <a:off x="7543800" y="7810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  <p:extLst>
      <p:ext uri="{BB962C8B-B14F-4D97-AF65-F5344CB8AC3E}">
        <p14:creationId xmlns:p14="http://schemas.microsoft.com/office/powerpoint/2010/main" val="1184083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734300"/>
            <a:ext cx="8771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[ESCADA]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F551C-51BA-422A-E61D-53F8AF77F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1C3D7F-BF82-CFFA-23DB-2E183DF5FDCB}"/>
              </a:ext>
            </a:extLst>
          </p:cNvPr>
          <p:cNvSpPr txBox="1"/>
          <p:nvPr/>
        </p:nvSpPr>
        <p:spPr>
          <a:xfrm>
            <a:off x="7620000" y="7734300"/>
            <a:ext cx="10591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24310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B3469-0A0E-6B01-87CD-F6EE0EAF2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2B59A-13F2-C27C-5C12-D4F90755141A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427392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E5DBA-AE7F-998B-7227-3E327DF5B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E02C4-252E-EACE-52D9-78F773376732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[ELEVACAO]</a:t>
            </a:r>
          </a:p>
        </p:txBody>
      </p:sp>
    </p:spTree>
    <p:extLst>
      <p:ext uri="{BB962C8B-B14F-4D97-AF65-F5344CB8AC3E}">
        <p14:creationId xmlns:p14="http://schemas.microsoft.com/office/powerpoint/2010/main" val="3815378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97E9E-F385-094C-20CA-0234FB07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60DAA-A9CE-2BA5-EBBD-667F0C6F5CC4}"/>
              </a:ext>
            </a:extLst>
          </p:cNvPr>
          <p:cNvSpPr txBox="1"/>
          <p:nvPr/>
        </p:nvSpPr>
        <p:spPr>
          <a:xfrm>
            <a:off x="82296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4034992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775411-8E9E-D52D-E0A5-0567F1A0E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D70EB-ADF0-7CC4-43B3-217FD835B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D4A75B-AE22-5300-5E26-744D127C2E13}"/>
              </a:ext>
            </a:extLst>
          </p:cNvPr>
          <p:cNvSpPr txBox="1"/>
          <p:nvPr/>
        </p:nvSpPr>
        <p:spPr>
          <a:xfrm>
            <a:off x="69342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  <p:extLst>
      <p:ext uri="{BB962C8B-B14F-4D97-AF65-F5344CB8AC3E}">
        <p14:creationId xmlns:p14="http://schemas.microsoft.com/office/powerpoint/2010/main" val="155538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EA784B-0BB8-241E-F68A-B16B27314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E9ED21-49A3-4F1C-EBB0-980744A33F6C}"/>
              </a:ext>
            </a:extLst>
          </p:cNvPr>
          <p:cNvSpPr txBox="1"/>
          <p:nvPr/>
        </p:nvSpPr>
        <p:spPr>
          <a:xfrm>
            <a:off x="75438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[DESENV]</a:t>
            </a:r>
          </a:p>
        </p:txBody>
      </p:sp>
    </p:spTree>
    <p:extLst>
      <p:ext uri="{BB962C8B-B14F-4D97-AF65-F5344CB8AC3E}">
        <p14:creationId xmlns:p14="http://schemas.microsoft.com/office/powerpoint/2010/main" val="4006014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862E9-32B7-8F28-2609-7679372C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3C751F-BBB1-7018-C344-6A45A02BFE0F}"/>
              </a:ext>
            </a:extLst>
          </p:cNvPr>
          <p:cNvSpPr txBox="1"/>
          <p:nvPr/>
        </p:nvSpPr>
        <p:spPr>
          <a:xfrm>
            <a:off x="75438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[PUXADA_ALTA]</a:t>
            </a:r>
          </a:p>
        </p:txBody>
      </p:sp>
    </p:spTree>
    <p:extLst>
      <p:ext uri="{BB962C8B-B14F-4D97-AF65-F5344CB8AC3E}">
        <p14:creationId xmlns:p14="http://schemas.microsoft.com/office/powerpoint/2010/main" val="2663549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10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1899C-CADA-B373-FAFB-7CDFC60CA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99489E-1319-33EF-EBB3-647237CBE67E}"/>
              </a:ext>
            </a:extLst>
          </p:cNvPr>
          <p:cNvSpPr txBox="1"/>
          <p:nvPr/>
        </p:nvSpPr>
        <p:spPr>
          <a:xfrm>
            <a:off x="8610600" y="7810500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  <p:extLst>
      <p:ext uri="{BB962C8B-B14F-4D97-AF65-F5344CB8AC3E}">
        <p14:creationId xmlns:p14="http://schemas.microsoft.com/office/powerpoint/2010/main" val="3628004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C50C1E-0103-9AAC-11C0-29A97CC55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6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CAFF4C-3142-121F-4EFA-97682680D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62865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59182" y="8367661"/>
            <a:ext cx="10490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7AF98-D0A4-30B8-4766-FA47A689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DD49CFB-CBBB-2E9A-67DC-27CD558C7A44}"/>
              </a:ext>
            </a:extLst>
          </p:cNvPr>
          <p:cNvSpPr txBox="1"/>
          <p:nvPr/>
        </p:nvSpPr>
        <p:spPr>
          <a:xfrm>
            <a:off x="6172200" y="4991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3D37-9870-CE10-5C8F-4E9CA7EDB471}"/>
              </a:ext>
            </a:extLst>
          </p:cNvPr>
          <p:cNvSpPr txBox="1"/>
          <p:nvPr/>
        </p:nvSpPr>
        <p:spPr>
          <a:xfrm>
            <a:off x="6629400" y="6743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[D_18]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CDD99-C655-AF95-67EF-18C89BF54898}"/>
              </a:ext>
            </a:extLst>
          </p:cNvPr>
          <p:cNvSpPr txBox="1"/>
          <p:nvPr/>
        </p:nvSpPr>
        <p:spPr>
          <a:xfrm>
            <a:off x="7315200" y="8521596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[D_22]</a:t>
            </a:r>
          </a:p>
        </p:txBody>
      </p:sp>
    </p:spTree>
    <p:extLst>
      <p:ext uri="{BB962C8B-B14F-4D97-AF65-F5344CB8AC3E}">
        <p14:creationId xmlns:p14="http://schemas.microsoft.com/office/powerpoint/2010/main" val="4082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FDD4E-92B3-3CC6-0D69-C5B35CF9A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3BEDA1-1334-4AFC-3082-AA86AD1DD3DE}"/>
              </a:ext>
            </a:extLst>
          </p:cNvPr>
          <p:cNvSpPr txBox="1"/>
          <p:nvPr/>
        </p:nvSpPr>
        <p:spPr>
          <a:xfrm>
            <a:off x="7010400" y="6438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[D_26]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1FC62-C57A-E159-4590-0D4B27DE1ED3}"/>
              </a:ext>
            </a:extLst>
          </p:cNvPr>
          <p:cNvSpPr txBox="1"/>
          <p:nvPr/>
        </p:nvSpPr>
        <p:spPr>
          <a:xfrm>
            <a:off x="7543800" y="8267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[D_30]</a:t>
            </a:r>
          </a:p>
        </p:txBody>
      </p:sp>
    </p:spTree>
    <p:extLst>
      <p:ext uri="{BB962C8B-B14F-4D97-AF65-F5344CB8AC3E}">
        <p14:creationId xmlns:p14="http://schemas.microsoft.com/office/powerpoint/2010/main" val="3727160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8A8B-9ACE-AC1B-F252-0291ECC28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CE2ECE-223C-EDD9-7F78-6A7CC2EB27DC}"/>
              </a:ext>
            </a:extLst>
          </p:cNvPr>
          <p:cNvSpPr txBox="1"/>
          <p:nvPr/>
        </p:nvSpPr>
        <p:spPr>
          <a:xfrm>
            <a:off x="6705600" y="7581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30704650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2E629A-7FA3-2422-3AEF-C9519FD4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486400" y="8496300"/>
            <a:ext cx="115062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77258" y="6362700"/>
            <a:ext cx="1101054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4991A1-923A-F9E6-0382-EB55AE93A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3C90B6F-9F41-F98A-BF30-F615416396FE}"/>
              </a:ext>
            </a:extLst>
          </p:cNvPr>
          <p:cNvSpPr txBox="1"/>
          <p:nvPr/>
        </p:nvSpPr>
        <p:spPr>
          <a:xfrm>
            <a:off x="7306956" y="7734300"/>
            <a:ext cx="1220024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[RACK_DUMBELL]</a:t>
            </a:r>
          </a:p>
        </p:txBody>
      </p:sp>
    </p:spTree>
    <p:extLst>
      <p:ext uri="{BB962C8B-B14F-4D97-AF65-F5344CB8AC3E}">
        <p14:creationId xmlns:p14="http://schemas.microsoft.com/office/powerpoint/2010/main" val="322329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675E7E-47C9-3D43-37E4-D3EA5AFE7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8921042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46063"/>
            <a:ext cx="10896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62800" y="5171084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48639B-9EA2-A95E-8915-43905569A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553200" y="636270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200" y="8340827"/>
            <a:ext cx="9753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2E5591-9C3E-1C4D-D3BA-859747AF1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696200" y="6337907"/>
            <a:ext cx="120396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420100"/>
            <a:ext cx="94453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  <p:sp>
        <p:nvSpPr>
          <p:cNvPr id="101" name="TextBox 54">
            <a:extLst>
              <a:ext uri="{FF2B5EF4-FFF2-40B4-BE49-F238E27FC236}">
                <a16:creationId xmlns:a16="http://schemas.microsoft.com/office/drawing/2014/main" id="{A8CC07BF-9F71-B5E7-0909-E8ACC72380DB}"/>
              </a:ext>
            </a:extLst>
          </p:cNvPr>
          <p:cNvSpPr txBox="1"/>
          <p:nvPr/>
        </p:nvSpPr>
        <p:spPr>
          <a:xfrm>
            <a:off x="2590800" y="3889180"/>
            <a:ext cx="57912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KR9.6 - [BIKE_ERGO]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Escada Profissional - [ESCADA]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Elevação Pélvica - [ELEVACAO]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Desenvolvimento - [DESENV]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Puxada Alta/Supino - [PUXADA_ALTA]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endParaRPr lang="pt-BR" dirty="0">
              <a:latin typeface="Open Sans Bold" pitchFamily="2" charset="0"/>
              <a:ea typeface="Open Sans Bold" pitchFamily="2" charset="0"/>
              <a:cs typeface="Open Sans Bold" pitchFamily="2" charset="0"/>
            </a:endParaRPr>
          </a:p>
        </p:txBody>
      </p:sp>
      <p:sp>
        <p:nvSpPr>
          <p:cNvPr id="103" name="TextBox 54">
            <a:extLst>
              <a:ext uri="{FF2B5EF4-FFF2-40B4-BE49-F238E27FC236}">
                <a16:creationId xmlns:a16="http://schemas.microsoft.com/office/drawing/2014/main" id="{975B118D-2F4C-C6F8-6B66-BE4E9EC38CDE}"/>
              </a:ext>
            </a:extLst>
          </p:cNvPr>
          <p:cNvSpPr txBox="1"/>
          <p:nvPr/>
        </p:nvSpPr>
        <p:spPr>
          <a:xfrm>
            <a:off x="7162800" y="3889180"/>
            <a:ext cx="57912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14kg - [D_14]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18kg - [D_18]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22kg - [D_22]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26kg - [D_26]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Dumbell 30kg - [D_30]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Rack de Dumbell - [RACK_DUMBELL]</a:t>
            </a:r>
          </a:p>
        </p:txBody>
      </p:sp>
      <p:sp>
        <p:nvSpPr>
          <p:cNvPr id="105" name="TextBox 54">
            <a:extLst>
              <a:ext uri="{FF2B5EF4-FFF2-40B4-BE49-F238E27FC236}">
                <a16:creationId xmlns:a16="http://schemas.microsoft.com/office/drawing/2014/main" id="{473D1449-F2F9-9F25-D904-2E3C0633B1FE}"/>
              </a:ext>
            </a:extLst>
          </p:cNvPr>
          <p:cNvSpPr txBox="1"/>
          <p:nvPr/>
        </p:nvSpPr>
        <p:spPr>
          <a:xfrm>
            <a:off x="11887200" y="3889180"/>
            <a:ext cx="5791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4">
            <a:extLst>
              <a:ext uri="{FF2B5EF4-FFF2-40B4-BE49-F238E27FC236}">
                <a16:creationId xmlns:a16="http://schemas.microsoft.com/office/drawing/2014/main" id="{CF2E8219-31E9-59ED-BE08-8623A2EDC3DE}"/>
              </a:ext>
            </a:extLst>
          </p:cNvPr>
          <p:cNvSpPr txBox="1"/>
          <p:nvPr/>
        </p:nvSpPr>
        <p:spPr>
          <a:xfrm>
            <a:off x="11887200" y="5836360"/>
            <a:ext cx="4648200" cy="373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438E7F-5B5E-1B72-065C-D8A107D43921}"/>
              </a:ext>
            </a:extLst>
          </p:cNvPr>
          <p:cNvSpPr txBox="1"/>
          <p:nvPr/>
        </p:nvSpPr>
        <p:spPr>
          <a:xfrm>
            <a:off x="9601200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1CFE32F4-EFA4-90BF-415E-33319687CC6E}"/>
              </a:ext>
            </a:extLst>
          </p:cNvPr>
          <p:cNvSpPr txBox="1"/>
          <p:nvPr/>
        </p:nvSpPr>
        <p:spPr>
          <a:xfrm>
            <a:off x="13375395" y="7545710"/>
            <a:ext cx="4345068" cy="94141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6BC091E-B449-813A-C58A-2150782F6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629</Words>
  <Application>Microsoft Office PowerPoint</Application>
  <PresentationFormat>Custom</PresentationFormat>
  <Paragraphs>101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Calibri</vt:lpstr>
      <vt:lpstr>Arial</vt:lpstr>
      <vt:lpstr>Open Sans</vt:lpstr>
      <vt:lpstr>Open Sans Bold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dc:creator>Victor Barros</dc:creator>
  <cp:lastModifiedBy>Victor Barros</cp:lastModifiedBy>
  <cp:revision>18</cp:revision>
  <dcterms:created xsi:type="dcterms:W3CDTF">2006-08-16T00:00:00Z</dcterms:created>
  <dcterms:modified xsi:type="dcterms:W3CDTF">2026-08-06T15:48:16Z</dcterms:modified>
  <dc:identifier>DAHNWy9b1aU</dc:identifier>
</cp:coreProperties>
</file>