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itchFamily="2" charset="0"/>
      <p:regular r:id="rId44"/>
      <p:bold r:id="rId45"/>
      <p:boldItalic r:id="rId46"/>
    </p:embeddedFont>
    <p:embeddedFont>
      <p:font typeface="Open Sans Bold" pitchFamily="2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495998" y="4263403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6934200" y="422910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4174272"/>
            <a:ext cx="64008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625</Words>
  <Application>Microsoft Office PowerPoint</Application>
  <PresentationFormat>Custom</PresentationFormat>
  <Paragraphs>99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 Bold</vt:lpstr>
      <vt:lpstr>Open Sans Bold Italics</vt:lpstr>
      <vt:lpstr>Arial</vt:lpstr>
      <vt:lpstr>Open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13</cp:revision>
  <dcterms:created xsi:type="dcterms:W3CDTF">2006-08-16T00:00:00Z</dcterms:created>
  <dcterms:modified xsi:type="dcterms:W3CDTF">2026-07-20T22:01:36Z</dcterms:modified>
  <dc:identifier>DAHNWy9b1aU</dc:identifier>
</cp:coreProperties>
</file>