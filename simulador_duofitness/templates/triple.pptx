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itchFamily="2" charset="0"/>
      <p:regular r:id="rId34"/>
      <p:bold r:id="rId35"/>
      <p:boldItalic r:id="rId36"/>
    </p:embeddedFont>
    <p:embeddedFont>
      <p:font typeface="Open Sans Bold" pitchFamily="2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553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49550" y="7752480"/>
            <a:ext cx="6866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835386" y="7687709"/>
            <a:ext cx="693801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010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574" y="7713427"/>
            <a:ext cx="685802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104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372465" y="7687709"/>
            <a:ext cx="69437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632639" y="7687709"/>
            <a:ext cx="690276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737414" y="7687709"/>
            <a:ext cx="687418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705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2775" y="4895896"/>
            <a:ext cx="82890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30003" y="6940939"/>
            <a:ext cx="82890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200 kg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63982" y="8846318"/>
            <a:ext cx="8585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1125 kg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58616" y="4972050"/>
            <a:ext cx="67191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0274" y="8932594"/>
            <a:ext cx="649532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918" y="6952322"/>
            <a:ext cx="67191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98690" y="8984030"/>
            <a:ext cx="66363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96716" y="7077557"/>
            <a:ext cx="69811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2264" y="5217303"/>
            <a:ext cx="69811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5782392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615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615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755959"/>
            <a:ext cx="5638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12169" y="5095875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71917" y="7079004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852065" y="9163050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4394015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Regulável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Anilhas (1,30/kg)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 Barras / Anilhas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(1800mm)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(50mm - 1200mm)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Curvada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086019"/>
            <a:ext cx="319907" cy="350420"/>
            <a:chOff x="0" y="-19050"/>
            <a:chExt cx="62793" cy="922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48036"/>
            <a:ext cx="319907" cy="350420"/>
            <a:chOff x="0" y="-19050"/>
            <a:chExt cx="62793" cy="922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77800" y="6108211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877800" y="6491076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467602" y="4283880"/>
            <a:ext cx="351502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543800" y="5830121"/>
            <a:ext cx="284828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543801" y="6212986"/>
            <a:ext cx="28482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534276" y="6599554"/>
            <a:ext cx="28482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534276" y="7001293"/>
            <a:ext cx="28482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7534276" y="7374633"/>
            <a:ext cx="28482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534276" y="7757498"/>
            <a:ext cx="284827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08905"/>
            <a:ext cx="31990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292865"/>
            <a:ext cx="319907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685255"/>
            <a:ext cx="319907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068120"/>
            <a:ext cx="319907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497960"/>
            <a:ext cx="319907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81276" y="6884740"/>
            <a:ext cx="319907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7303810"/>
            <a:ext cx="319907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7658100"/>
            <a:ext cx="319907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2910708" y="4077772"/>
            <a:ext cx="367940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e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3213222" y="4119523"/>
            <a:ext cx="2483978" cy="27559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62866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[UNIDADES]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288</Words>
  <Application>Microsoft Office PowerPoint</Application>
  <PresentationFormat>Custom</PresentationFormat>
  <Paragraphs>105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</vt:lpstr>
      <vt:lpstr>Open Sans Bold</vt:lpstr>
      <vt:lpstr>Arial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PROPOSTA DUO FITNESS TRIPLE</dc:title>
  <cp:lastModifiedBy>Victor Barros</cp:lastModifiedBy>
  <cp:revision>6</cp:revision>
  <dcterms:created xsi:type="dcterms:W3CDTF">2006-08-16T00:00:00Z</dcterms:created>
  <dcterms:modified xsi:type="dcterms:W3CDTF">2026-06-26T16:22:12Z</dcterms:modified>
  <dc:identifier>DAHNWhTStjg</dc:identifier>
</cp:coreProperties>
</file>