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77" r:id="rId24"/>
    <p:sldId id="279" r:id="rId25"/>
    <p:sldId id="289" r:id="rId26"/>
    <p:sldId id="280" r:id="rId27"/>
    <p:sldId id="281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embeddedFontLst>
    <p:embeddedFont>
      <p:font typeface="Open Sans" pitchFamily="2" charset="0"/>
      <p:regular r:id="rId34"/>
      <p:bold r:id="rId35"/>
      <p:boldItalic r:id="rId36"/>
    </p:embeddedFont>
    <p:embeddedFont>
      <p:font typeface="Open Sans Bold" pitchFamily="2" charset="0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5600" y="5523074"/>
            <a:ext cx="4327644" cy="53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2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4267926" cy="372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proposta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10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dias</a:t>
            </a:r>
            <a:endParaRPr lang="en-US" sz="223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FC14B6-95E2-04B4-92CD-51E4E206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89916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[ESTEIRA]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3C56B-C98C-6D4D-85D0-8648CEE68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1E461A-2547-DB4A-67DA-9ABA2E78881D}"/>
              </a:ext>
            </a:extLst>
          </p:cNvPr>
          <p:cNvSpPr txBox="1"/>
          <p:nvPr/>
        </p:nvSpPr>
        <p:spPr>
          <a:xfrm>
            <a:off x="7924800" y="7658100"/>
            <a:ext cx="10668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[BIKE_KIKOS]</a:t>
            </a:r>
          </a:p>
        </p:txBody>
      </p:sp>
    </p:spTree>
    <p:extLst>
      <p:ext uri="{BB962C8B-B14F-4D97-AF65-F5344CB8AC3E}">
        <p14:creationId xmlns:p14="http://schemas.microsoft.com/office/powerpoint/2010/main" val="3119274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53400" y="7679677"/>
            <a:ext cx="99060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[BIKE_SPI]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28FE32-79A9-DB4F-04A3-B3F8AA415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001000" y="7734300"/>
            <a:ext cx="95250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[ELIPTICO]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7EA517-F6F5-CC09-ACCA-519CE8669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24800" y="7658100"/>
            <a:ext cx="112014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[CROSS_SMITH]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B140BB-12A5-D87D-7EEF-2B6526F65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839200" y="7658100"/>
            <a:ext cx="100584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[LEG_PRESS]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D37A54-EC5F-09F7-E349-D9EF0394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086574" y="7713427"/>
            <a:ext cx="11658626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[PEIT_DORS]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29600" y="7658100"/>
            <a:ext cx="98298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[AD_ABD]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5166E9-29DD-C156-4F97-FE8A6C604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543800" y="8877300"/>
            <a:ext cx="118872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[EX_FLX]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887D92-F9D6-9722-6018-CE07F3AE9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168581" y="7810500"/>
            <a:ext cx="9576619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[PULLEY]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598D32-0208-599B-F638-78116A029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477001" y="7636273"/>
            <a:ext cx="11811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[BANCO_MULT]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10400" y="7636273"/>
            <a:ext cx="112776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[BANCO_SUP]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81C29F-38CE-02C3-43E8-B18893AF9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791200" y="6286500"/>
            <a:ext cx="10744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[HALTER]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53200" y="8315018"/>
            <a:ext cx="105156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[ANILHA]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5E1C3-0353-ED55-6F95-4ABAE2A7C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5AFFC2BD-A74C-D965-2B06-DC1651BDC81A}"/>
              </a:ext>
            </a:extLst>
          </p:cNvPr>
          <p:cNvSpPr txBox="1"/>
          <p:nvPr/>
        </p:nvSpPr>
        <p:spPr>
          <a:xfrm>
            <a:off x="6629400" y="7505700"/>
            <a:ext cx="10744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[BARRA_W]</a:t>
            </a:r>
          </a:p>
        </p:txBody>
      </p:sp>
    </p:spTree>
    <p:extLst>
      <p:ext uri="{BB962C8B-B14F-4D97-AF65-F5344CB8AC3E}">
        <p14:creationId xmlns:p14="http://schemas.microsoft.com/office/powerpoint/2010/main" val="146636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32A23F-F5AC-0868-EC4F-E1D1CCD29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400800" y="8355576"/>
            <a:ext cx="10668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[SUP_HALTER]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19800" y="6362700"/>
            <a:ext cx="1089660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[SUP_BARRA]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606219C-F4EA-A6F6-A4C5-4631299E1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29600" y="8953500"/>
            <a:ext cx="10744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[PUX_ROMA]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0" y="7077557"/>
            <a:ext cx="11049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[CORDA_SERG]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0" y="5171084"/>
            <a:ext cx="9601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[TRI_SERG]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10DEA8-CAEE-5426-6504-D44540C39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477000" y="6438900"/>
            <a:ext cx="86106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[PUX_RETO]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4775B52-B6DD-A35B-69DE-BEFF8D3AE395}"/>
              </a:ext>
            </a:extLst>
          </p:cNvPr>
          <p:cNvSpPr txBox="1"/>
          <p:nvPr/>
        </p:nvSpPr>
        <p:spPr>
          <a:xfrm>
            <a:off x="7315200" y="8332224"/>
            <a:ext cx="109728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[PUX_TORNO]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AEFBEF-95E4-629B-DC09-14C12CCCD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934200" y="6286500"/>
            <a:ext cx="96012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[COLCHONETE]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58200" y="8278986"/>
            <a:ext cx="86868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[STEP_LIGHT]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9" name="Group 79"/>
          <p:cNvGrpSpPr/>
          <p:nvPr/>
        </p:nvGrpSpPr>
        <p:grpSpPr>
          <a:xfrm>
            <a:off x="6441734" y="2472975"/>
            <a:ext cx="5518272" cy="980717"/>
            <a:chOff x="0" y="0"/>
            <a:chExt cx="1453372" cy="25829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453372" cy="258296"/>
            </a:xfrm>
            <a:custGeom>
              <a:avLst/>
              <a:gdLst/>
              <a:ahLst/>
              <a:cxnLst/>
              <a:rect l="l" t="t" r="r" b="b"/>
              <a:pathLst>
                <a:path w="1453372" h="258296">
                  <a:moveTo>
                    <a:pt x="0" y="0"/>
                  </a:moveTo>
                  <a:lnTo>
                    <a:pt x="1453372" y="0"/>
                  </a:lnTo>
                  <a:lnTo>
                    <a:pt x="145337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145337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6687602" y="2419315"/>
            <a:ext cx="4990167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TRIPLE</a:t>
            </a:r>
          </a:p>
        </p:txBody>
      </p:sp>
      <p:sp>
        <p:nvSpPr>
          <p:cNvPr id="53" name="TextBox 54">
            <a:extLst>
              <a:ext uri="{FF2B5EF4-FFF2-40B4-BE49-F238E27FC236}">
                <a16:creationId xmlns:a16="http://schemas.microsoft.com/office/drawing/2014/main" id="{C40D4159-0591-65D1-8B87-F385B2246429}"/>
              </a:ext>
            </a:extLst>
          </p:cNvPr>
          <p:cNvSpPr txBox="1"/>
          <p:nvPr/>
        </p:nvSpPr>
        <p:spPr>
          <a:xfrm>
            <a:off x="2971800" y="3889180"/>
            <a:ext cx="6400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Esteira - [ESTEIRA]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- [BIKE_KIKOS]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Spinning - [BIKE_SPI]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Elíptico - [ELIPTICO]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Cross com Smith - [CROSS_SMITH]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Leg Press - [LEG_PRESS]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Peitoral Dorsal - [PEIT_DORS]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Adutora/Abdutora - [AD_ABD]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Flexora/Extensora - [EX_FLX]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Pulley com Remada - [PULLEY]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Multi Posições - [BANCO_MULT]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Supino - [BANCO_SUP]</a:t>
            </a:r>
          </a:p>
        </p:txBody>
      </p:sp>
      <p:sp>
        <p:nvSpPr>
          <p:cNvPr id="91" name="TextBox 54">
            <a:extLst>
              <a:ext uri="{FF2B5EF4-FFF2-40B4-BE49-F238E27FC236}">
                <a16:creationId xmlns:a16="http://schemas.microsoft.com/office/drawing/2014/main" id="{AC3163C2-D35D-3DEC-6AC7-04809EB2B050}"/>
              </a:ext>
            </a:extLst>
          </p:cNvPr>
          <p:cNvSpPr txBox="1"/>
          <p:nvPr/>
        </p:nvSpPr>
        <p:spPr>
          <a:xfrm>
            <a:off x="7924800" y="3889180"/>
            <a:ext cx="6400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Anilha 10kg - [ANILHA]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Barra W - [BARRA_W]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Halter 10kg - [HALTER]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Barras - [SUP_BARRA]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Halteres - [SUP_HALTER]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Reto - [PUX_RETO]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Corda - [CORDA_SERG]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Romano - [PUX_ROMA]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Tornozelo - [PUX_TORNO]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Triângulo - [TRI_SERG]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Step Light - [STEP_LIGHT]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Colchonete - [COLCHONETE]</a:t>
            </a:r>
          </a:p>
        </p:txBody>
      </p:sp>
      <p:sp>
        <p:nvSpPr>
          <p:cNvPr id="4" name="TextBox 54">
            <a:extLst>
              <a:ext uri="{FF2B5EF4-FFF2-40B4-BE49-F238E27FC236}">
                <a16:creationId xmlns:a16="http://schemas.microsoft.com/office/drawing/2014/main" id="{403F06CF-553F-5308-0DDB-E4996324BBF3}"/>
              </a:ext>
            </a:extLst>
          </p:cNvPr>
          <p:cNvSpPr txBox="1"/>
          <p:nvPr/>
        </p:nvSpPr>
        <p:spPr>
          <a:xfrm>
            <a:off x="12725400" y="3878119"/>
            <a:ext cx="419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[EXTRAS]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203587" cy="1432097"/>
            <a:chOff x="0" y="0"/>
            <a:chExt cx="1897241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7241" cy="377178"/>
            </a:xfrm>
            <a:custGeom>
              <a:avLst/>
              <a:gdLst/>
              <a:ahLst/>
              <a:cxnLst/>
              <a:rect l="l" t="t" r="r" b="b"/>
              <a:pathLst>
                <a:path w="1897241" h="377178">
                  <a:moveTo>
                    <a:pt x="0" y="0"/>
                  </a:moveTo>
                  <a:lnTo>
                    <a:pt x="1897241" y="0"/>
                  </a:lnTo>
                  <a:lnTo>
                    <a:pt x="1897241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7241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0" y="5829300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4284626" cy="505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940" y="4254328"/>
            <a:ext cx="3411204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77400" y="1654508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D1EA4A-2E1C-9F7C-BDA1-4EA2F31B3C4B}"/>
              </a:ext>
            </a:extLst>
          </p:cNvPr>
          <p:cNvSpPr txBox="1"/>
          <p:nvPr/>
        </p:nvSpPr>
        <p:spPr>
          <a:xfrm>
            <a:off x="9601200" y="7353300"/>
            <a:ext cx="9144000" cy="1646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Período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Promocional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[PROMO_MES]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[PROMO_VALOR]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E5B779A3-26F4-65E0-13A3-B482CBF109B8}"/>
              </a:ext>
            </a:extLst>
          </p:cNvPr>
          <p:cNvSpPr txBox="1"/>
          <p:nvPr/>
        </p:nvSpPr>
        <p:spPr>
          <a:xfrm>
            <a:off x="9670026" y="3898574"/>
            <a:ext cx="7395990" cy="116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68A85047-C239-93A7-6205-5BB2D7139FDA}"/>
              </a:ext>
            </a:extLst>
          </p:cNvPr>
          <p:cNvSpPr txBox="1"/>
          <p:nvPr/>
        </p:nvSpPr>
        <p:spPr>
          <a:xfrm>
            <a:off x="9670026" y="1506794"/>
            <a:ext cx="7395990" cy="195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"/>
                <a:ea typeface="Open Sans"/>
                <a:cs typeface="Open Sans"/>
                <a:sym typeface="Open Sans"/>
              </a:rPr>
              <a:t>[UNIDADES]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[PRAZO]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9B6CE7-585B-BF97-A3CE-58A85006F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443</Words>
  <Application>Microsoft Office PowerPoint</Application>
  <PresentationFormat>Custom</PresentationFormat>
  <Paragraphs>83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Open Sans</vt:lpstr>
      <vt:lpstr>Arial</vt:lpstr>
      <vt:lpstr>Open Sans Bold</vt:lpstr>
      <vt:lpstr>Open Sans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TRIPLE</dc:title>
  <dc:creator>Victor Barros</dc:creator>
  <cp:lastModifiedBy>Victor Barros</cp:lastModifiedBy>
  <cp:revision>25</cp:revision>
  <dcterms:created xsi:type="dcterms:W3CDTF">2006-08-16T00:00:00Z</dcterms:created>
  <dcterms:modified xsi:type="dcterms:W3CDTF">2026-10-19T16:15:50Z</dcterms:modified>
  <dc:identifier>DAHNWhTStjg</dc:identifier>
</cp:coreProperties>
</file>