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806030504020204" pitchFamily="34" charset="0"/>
      <p:regular r:id="rId34"/>
      <p:bold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668172" cy="4346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grpSp>
        <p:nvGrpSpPr>
          <p:cNvPr id="85" name="Group 52">
            <a:extLst>
              <a:ext uri="{FF2B5EF4-FFF2-40B4-BE49-F238E27FC236}">
                <a16:creationId xmlns:a16="http://schemas.microsoft.com/office/drawing/2014/main" id="{E7A7D986-1B21-29BD-505C-55FD708C4F2E}"/>
              </a:ext>
            </a:extLst>
          </p:cNvPr>
          <p:cNvGrpSpPr/>
          <p:nvPr/>
        </p:nvGrpSpPr>
        <p:grpSpPr>
          <a:xfrm>
            <a:off x="7543800" y="7837210"/>
            <a:ext cx="284827" cy="278090"/>
            <a:chOff x="0" y="0"/>
            <a:chExt cx="62793" cy="73242"/>
          </a:xfrm>
        </p:grpSpPr>
        <p:sp>
          <p:nvSpPr>
            <p:cNvPr id="86" name="Freeform 53">
              <a:extLst>
                <a:ext uri="{FF2B5EF4-FFF2-40B4-BE49-F238E27FC236}">
                  <a16:creationId xmlns:a16="http://schemas.microsoft.com/office/drawing/2014/main" id="{494C21BD-0B7E-25B9-7E13-778CD52F9713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54">
              <a:extLst>
                <a:ext uri="{FF2B5EF4-FFF2-40B4-BE49-F238E27FC236}">
                  <a16:creationId xmlns:a16="http://schemas.microsoft.com/office/drawing/2014/main" id="{7AE12EA0-CA18-1231-F7B8-BCE9F1A8EC88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52">
            <a:extLst>
              <a:ext uri="{FF2B5EF4-FFF2-40B4-BE49-F238E27FC236}">
                <a16:creationId xmlns:a16="http://schemas.microsoft.com/office/drawing/2014/main" id="{BF57C16F-D0AF-A4BE-08D5-05FC9E90AA79}"/>
              </a:ext>
            </a:extLst>
          </p:cNvPr>
          <p:cNvGrpSpPr/>
          <p:nvPr/>
        </p:nvGrpSpPr>
        <p:grpSpPr>
          <a:xfrm>
            <a:off x="2625880" y="8077170"/>
            <a:ext cx="284827" cy="278090"/>
            <a:chOff x="0" y="0"/>
            <a:chExt cx="62793" cy="73242"/>
          </a:xfrm>
        </p:grpSpPr>
        <p:sp>
          <p:nvSpPr>
            <p:cNvPr id="89" name="Freeform 53">
              <a:extLst>
                <a:ext uri="{FF2B5EF4-FFF2-40B4-BE49-F238E27FC236}">
                  <a16:creationId xmlns:a16="http://schemas.microsoft.com/office/drawing/2014/main" id="{9BF34310-3B32-8068-7E79-F4C330A17B96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54">
              <a:extLst>
                <a:ext uri="{FF2B5EF4-FFF2-40B4-BE49-F238E27FC236}">
                  <a16:creationId xmlns:a16="http://schemas.microsoft.com/office/drawing/2014/main" id="{241E43A1-8B6D-AD29-9950-846E8018B83F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52895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[EQUIP_EXTRA]: [EQUIP_EXTRA_QUANT]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390</Words>
  <Application>Microsoft Office PowerPoint</Application>
  <PresentationFormat>Custom</PresentationFormat>
  <Paragraphs>107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Open Sans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11</cp:revision>
  <dcterms:created xsi:type="dcterms:W3CDTF">2006-08-16T00:00:00Z</dcterms:created>
  <dcterms:modified xsi:type="dcterms:W3CDTF">2026-07-10T12:27:03Z</dcterms:modified>
  <dc:identifier>DAHNWhTStjg</dc:identifier>
</cp:coreProperties>
</file>