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anose="020B0606030504020204" pitchFamily="34" charset="0"/>
      <p:regular r:id="rId34"/>
      <p:bold r:id="rId35"/>
      <p:boldItalic r:id="rId36"/>
    </p:embeddedFont>
    <p:embeddedFont>
      <p:font typeface="Open Sans Bold" panose="020B0806030504020204" pitchFamily="34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2971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7924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403F06CF-553F-5308-0DDB-E4996324BBF3}"/>
              </a:ext>
            </a:extLst>
          </p:cNvPr>
          <p:cNvSpPr txBox="1"/>
          <p:nvPr/>
        </p:nvSpPr>
        <p:spPr>
          <a:xfrm>
            <a:off x="12725400" y="3878119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34769A0-9392-8FC3-1E28-081367D8D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443</Words>
  <Application>Microsoft Office PowerPoint</Application>
  <PresentationFormat>Custom</PresentationFormat>
  <Paragraphs>75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 Bold Italics</vt:lpstr>
      <vt:lpstr>Calibri</vt:lpstr>
      <vt:lpstr>Arial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19</cp:revision>
  <dcterms:created xsi:type="dcterms:W3CDTF">2006-08-16T00:00:00Z</dcterms:created>
  <dcterms:modified xsi:type="dcterms:W3CDTF">2026-08-06T15:43:36Z</dcterms:modified>
  <dc:identifier>DAHNWhTStjg</dc:identifier>
</cp:coreProperties>
</file>