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  <p:sldId id="277" r:id="rId24"/>
    <p:sldId id="279" r:id="rId25"/>
    <p:sldId id="289" r:id="rId26"/>
    <p:sldId id="280" r:id="rId27"/>
    <p:sldId id="281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Open Sans" pitchFamily="2" charset="0"/>
      <p:regular r:id="rId34"/>
      <p:bold r:id="rId35"/>
      <p:boldItalic r:id="rId36"/>
    </p:embeddedFont>
    <p:embeddedFont>
      <p:font typeface="Open Sans Bold" pitchFamily="2" charset="0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91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8B001F-0D29-812B-851B-515021E8EF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1E461A-2547-DB4A-67DA-9ABA2E78881D}"/>
              </a:ext>
            </a:extLst>
          </p:cNvPr>
          <p:cNvSpPr txBox="1"/>
          <p:nvPr/>
        </p:nvSpPr>
        <p:spPr>
          <a:xfrm>
            <a:off x="7924800" y="7658100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11927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153400" y="7679677"/>
            <a:ext cx="9906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28FE32-79A9-DB4F-04A3-B3F8AA41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001000" y="7734300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7EA517-F6F5-CC09-ACCA-519CE8669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201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140BB-12A5-D87D-7EEF-2B6526F6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9200" y="7658100"/>
            <a:ext cx="10058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D37A54-EC5F-09F7-E349-D9EF03948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86574" y="7713427"/>
            <a:ext cx="11658626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166E9-29DD-C156-4F97-FE8A6C60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8877300"/>
            <a:ext cx="11887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887D92-F9D6-9722-6018-CE07F3AE9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68581" y="7810500"/>
            <a:ext cx="957661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598D32-0208-599B-F638-78116A029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1" y="7636273"/>
            <a:ext cx="11811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10400" y="7636273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81C29F-38CE-02C3-43E8-B18893AF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791200" y="6286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3200" y="8315018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5E1C3-0353-ED55-6F95-4ABAE2A7C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5AFFC2BD-A74C-D965-2B06-DC1651BDC81A}"/>
              </a:ext>
            </a:extLst>
          </p:cNvPr>
          <p:cNvSpPr txBox="1"/>
          <p:nvPr/>
        </p:nvSpPr>
        <p:spPr>
          <a:xfrm>
            <a:off x="6629400" y="75057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146636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32A23F-F5AC-0868-EC4F-E1D1CCD29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8355576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19800" y="6362700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06219C-F4EA-A6F6-A4C5-4631299E1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229600" y="8953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77557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5171084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10DEA8-CAEE-5426-6504-D44540C39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0" y="6438900"/>
            <a:ext cx="8610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4775B52-B6DD-A35B-69DE-BEFF8D3AE395}"/>
              </a:ext>
            </a:extLst>
          </p:cNvPr>
          <p:cNvSpPr txBox="1"/>
          <p:nvPr/>
        </p:nvSpPr>
        <p:spPr>
          <a:xfrm>
            <a:off x="7315200" y="8332224"/>
            <a:ext cx="10972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AEFBEF-95E4-629B-DC09-14C12CCC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342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8200" y="8278986"/>
            <a:ext cx="8686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4394015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Regulável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Anilhas (1,30/kg)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 Barras / Anilhas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(1800mm)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(50mm - 1200mm)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Curvada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4086019"/>
            <a:ext cx="319907" cy="350420"/>
            <a:chOff x="0" y="-19050"/>
            <a:chExt cx="62793" cy="922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448036"/>
            <a:ext cx="319907" cy="350420"/>
            <a:chOff x="0" y="-19050"/>
            <a:chExt cx="62793" cy="922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67601" y="3921136"/>
            <a:ext cx="361028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77800" y="6108211"/>
            <a:ext cx="325897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877800" y="6491076"/>
            <a:ext cx="325897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467602" y="4283880"/>
            <a:ext cx="351502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543800" y="5830121"/>
            <a:ext cx="284828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543801" y="6212986"/>
            <a:ext cx="28482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534276" y="6599554"/>
            <a:ext cx="28482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534276" y="7001293"/>
            <a:ext cx="28482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7534276" y="7374633"/>
            <a:ext cx="284827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7534276" y="7757498"/>
            <a:ext cx="284827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08905"/>
            <a:ext cx="319907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292865"/>
            <a:ext cx="319907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685255"/>
            <a:ext cx="319907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068120"/>
            <a:ext cx="319907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6497960"/>
            <a:ext cx="319907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81276" y="6884740"/>
            <a:ext cx="319907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90800" y="7303810"/>
            <a:ext cx="319907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90800" y="7658100"/>
            <a:ext cx="319907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2" name="TextBox 82"/>
          <p:cNvSpPr txBox="1"/>
          <p:nvPr/>
        </p:nvSpPr>
        <p:spPr>
          <a:xfrm>
            <a:off x="2910708" y="4077772"/>
            <a:ext cx="3679400" cy="3822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e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Isolador de Glúteo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3213222" y="4119523"/>
            <a:ext cx="2483978" cy="27559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7517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374</Words>
  <Application>Microsoft Office PowerPoint</Application>
  <PresentationFormat>Custom</PresentationFormat>
  <Paragraphs>103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Calibri</vt:lpstr>
      <vt:lpstr>Open Sans</vt:lpstr>
      <vt:lpstr>Open Sans Bold</vt:lpstr>
      <vt:lpstr>Open Sans Bold Italics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PROPOSTA DUO FITNESS TRIPLE</dc:title>
  <cp:lastModifiedBy>Victor Barros</cp:lastModifiedBy>
  <cp:revision>10</cp:revision>
  <dcterms:created xsi:type="dcterms:W3CDTF">2006-08-16T00:00:00Z</dcterms:created>
  <dcterms:modified xsi:type="dcterms:W3CDTF">2026-06-30T20:17:13Z</dcterms:modified>
  <dc:identifier>DAHNWhTStjg</dc:identifier>
</cp:coreProperties>
</file>