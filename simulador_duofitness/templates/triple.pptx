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anose="020B0606030504020204" pitchFamily="34" charset="0"/>
      <p:regular r:id="rId34"/>
      <p:bold r:id="rId35"/>
      <p:boldItalic r:id="rId36"/>
    </p:embeddedFont>
    <p:embeddedFont>
      <p:font typeface="Open Sans Bold" panose="020B0806030504020204" pitchFamily="34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0FC14B6-95E2-04B4-92CD-51E4E2060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53" name="TextBox 54">
            <a:extLst>
              <a:ext uri="{FF2B5EF4-FFF2-40B4-BE49-F238E27FC236}">
                <a16:creationId xmlns:a16="http://schemas.microsoft.com/office/drawing/2014/main" id="{C40D4159-0591-65D1-8B87-F385B2246429}"/>
              </a:ext>
            </a:extLst>
          </p:cNvPr>
          <p:cNvSpPr txBox="1"/>
          <p:nvPr/>
        </p:nvSpPr>
        <p:spPr>
          <a:xfrm>
            <a:off x="2971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AC3163C2-D35D-3DEC-6AC7-04809EB2B050}"/>
              </a:ext>
            </a:extLst>
          </p:cNvPr>
          <p:cNvSpPr txBox="1"/>
          <p:nvPr/>
        </p:nvSpPr>
        <p:spPr>
          <a:xfrm>
            <a:off x="7924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403F06CF-553F-5308-0DDB-E4996324BBF3}"/>
              </a:ext>
            </a:extLst>
          </p:cNvPr>
          <p:cNvSpPr txBox="1"/>
          <p:nvPr/>
        </p:nvSpPr>
        <p:spPr>
          <a:xfrm>
            <a:off x="12725400" y="3878119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E5B779A3-26F4-65E0-13A3-B482CBF109B8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68A85047-C239-93A7-6205-5BB2D7139FDA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34769A0-9392-8FC3-1E28-081367D8D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443</Words>
  <Application>Microsoft Office PowerPoint</Application>
  <PresentationFormat>Custom</PresentationFormat>
  <Paragraphs>83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 Bold Italics</vt:lpstr>
      <vt:lpstr>Calibri</vt:lpstr>
      <vt:lpstr>Arial</vt:lpstr>
      <vt:lpstr>Open Sans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TRIPLE</dc:title>
  <dc:creator>Victor Barros</dc:creator>
  <cp:lastModifiedBy>Victor Barros</cp:lastModifiedBy>
  <cp:revision>22</cp:revision>
  <dcterms:created xsi:type="dcterms:W3CDTF">2006-08-16T00:00:00Z</dcterms:created>
  <dcterms:modified xsi:type="dcterms:W3CDTF">2026-08-07T02:43:24Z</dcterms:modified>
  <dc:identifier>DAHNWhTStjg</dc:identifier>
</cp:coreProperties>
</file>