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Noto Sans Georgian Bold" pitchFamily="2" charset="0"/>
      <p:bold r:id="rId34"/>
    </p:embeddedFont>
    <p:embeddedFont>
      <p:font typeface="Open Sans" panose="020B0606030504020204" pitchFamily="34" charset="0"/>
      <p:regular r:id="rId35"/>
      <p:bold r:id="rId36"/>
      <p:boldItalic r:id="rId37"/>
    </p:embeddedFont>
    <p:embeddedFont>
      <p:font typeface="Open Sans Bold" panose="020B0806030504020204" pitchFamily="34" charset="0"/>
      <p:bold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sp>
        <p:nvSpPr>
          <p:cNvPr id="53" name="TextBox 54">
            <a:extLst>
              <a:ext uri="{FF2B5EF4-FFF2-40B4-BE49-F238E27FC236}">
                <a16:creationId xmlns:a16="http://schemas.microsoft.com/office/drawing/2014/main" id="{C40D4159-0591-65D1-8B87-F385B2246429}"/>
              </a:ext>
            </a:extLst>
          </p:cNvPr>
          <p:cNvSpPr txBox="1"/>
          <p:nvPr/>
        </p:nvSpPr>
        <p:spPr>
          <a:xfrm>
            <a:off x="2971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</p:txBody>
      </p:sp>
      <p:sp>
        <p:nvSpPr>
          <p:cNvPr id="91" name="TextBox 54">
            <a:extLst>
              <a:ext uri="{FF2B5EF4-FFF2-40B4-BE49-F238E27FC236}">
                <a16:creationId xmlns:a16="http://schemas.microsoft.com/office/drawing/2014/main" id="{AC3163C2-D35D-3DEC-6AC7-04809EB2B050}"/>
              </a:ext>
            </a:extLst>
          </p:cNvPr>
          <p:cNvSpPr txBox="1"/>
          <p:nvPr/>
        </p:nvSpPr>
        <p:spPr>
          <a:xfrm>
            <a:off x="7924800" y="3889180"/>
            <a:ext cx="64008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4">
            <a:extLst>
              <a:ext uri="{FF2B5EF4-FFF2-40B4-BE49-F238E27FC236}">
                <a16:creationId xmlns:a16="http://schemas.microsoft.com/office/drawing/2014/main" id="{403F06CF-553F-5308-0DDB-E4996324BBF3}"/>
              </a:ext>
            </a:extLst>
          </p:cNvPr>
          <p:cNvSpPr txBox="1"/>
          <p:nvPr/>
        </p:nvSpPr>
        <p:spPr>
          <a:xfrm>
            <a:off x="12725400" y="3878119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3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54508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1EA4A-2E1C-9F7C-BDA1-4EA2F31B3C4B}"/>
              </a:ext>
            </a:extLst>
          </p:cNvPr>
          <p:cNvSpPr txBox="1"/>
          <p:nvPr/>
        </p:nvSpPr>
        <p:spPr>
          <a:xfrm>
            <a:off x="9601200" y="7353300"/>
            <a:ext cx="9144000" cy="1646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6">
            <a:extLst>
              <a:ext uri="{FF2B5EF4-FFF2-40B4-BE49-F238E27FC236}">
                <a16:creationId xmlns:a16="http://schemas.microsoft.com/office/drawing/2014/main" id="{EA833B3C-115E-E61C-D2F6-2EA057D8069E}"/>
              </a:ext>
            </a:extLst>
          </p:cNvPr>
          <p:cNvGrpSpPr/>
          <p:nvPr/>
        </p:nvGrpSpPr>
        <p:grpSpPr>
          <a:xfrm>
            <a:off x="8001000" y="6210300"/>
            <a:ext cx="6629400" cy="826209"/>
            <a:chOff x="0" y="0"/>
            <a:chExt cx="1437020" cy="273248"/>
          </a:xfrm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DDA3E4B4-3420-4723-7C50-8E3AA6AD9A0D}"/>
                </a:ext>
              </a:extLst>
            </p:cNvPr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" name="TextBox 8">
              <a:extLst>
                <a:ext uri="{FF2B5EF4-FFF2-40B4-BE49-F238E27FC236}">
                  <a16:creationId xmlns:a16="http://schemas.microsoft.com/office/drawing/2014/main" id="{65EB5414-0FAC-A186-5804-703B84055466}"/>
                </a:ext>
              </a:extLst>
            </p:cNvPr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6" name="TextBox 54">
            <a:extLst>
              <a:ext uri="{FF2B5EF4-FFF2-40B4-BE49-F238E27FC236}">
                <a16:creationId xmlns:a16="http://schemas.microsoft.com/office/drawing/2014/main" id="{773DF57D-1F5B-BF97-A751-5BC4EB8899C2}"/>
              </a:ext>
            </a:extLst>
          </p:cNvPr>
          <p:cNvSpPr txBox="1"/>
          <p:nvPr/>
        </p:nvSpPr>
        <p:spPr>
          <a:xfrm>
            <a:off x="8305800" y="6423349"/>
            <a:ext cx="6019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b="1" dirty="0">
                <a:latin typeface="Noto Sans Georgian Bold" pitchFamily="2" charset="0"/>
                <a:ea typeface="Open Sans Bold" pitchFamily="2" charset="0"/>
                <a:cs typeface="Open Sans Bold" pitchFamily="2" charset="0"/>
              </a:rPr>
              <a:t>VEJA O VÍDEO DE APRESENTAÇÃO DO PROJETO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451</Words>
  <Application>Microsoft Office PowerPoint</Application>
  <PresentationFormat>Custom</PresentationFormat>
  <Paragraphs>77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Open Sans Bold Italics</vt:lpstr>
      <vt:lpstr>Noto Sans Georgian Bold</vt:lpstr>
      <vt:lpstr>Calibri</vt:lpstr>
      <vt:lpstr>Arial</vt:lpstr>
      <vt:lpstr>Open Sans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TRIPLE</dc:title>
  <dc:creator>Victor Barros</dc:creator>
  <cp:lastModifiedBy>Victor Barros</cp:lastModifiedBy>
  <cp:revision>18</cp:revision>
  <dcterms:created xsi:type="dcterms:W3CDTF">2006-08-16T00:00:00Z</dcterms:created>
  <dcterms:modified xsi:type="dcterms:W3CDTF">2026-08-06T13:58:05Z</dcterms:modified>
  <dc:identifier>DAHNWhTStjg</dc:identifier>
</cp:coreProperties>
</file>