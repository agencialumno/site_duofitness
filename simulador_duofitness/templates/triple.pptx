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8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8" r:id="rId23"/>
    <p:sldId id="277" r:id="rId24"/>
    <p:sldId id="279" r:id="rId25"/>
    <p:sldId id="289" r:id="rId26"/>
    <p:sldId id="280" r:id="rId27"/>
    <p:sldId id="281" r:id="rId28"/>
    <p:sldId id="283" r:id="rId29"/>
    <p:sldId id="284" r:id="rId30"/>
    <p:sldId id="285" r:id="rId31"/>
    <p:sldId id="286" r:id="rId32"/>
    <p:sldId id="287" r:id="rId33"/>
  </p:sldIdLst>
  <p:sldSz cx="18288000" cy="10287000"/>
  <p:notesSz cx="6858000" cy="9144000"/>
  <p:embeddedFontLst>
    <p:embeddedFont>
      <p:font typeface="Open Sans" pitchFamily="2" charset="0"/>
      <p:regular r:id="rId34"/>
      <p:bold r:id="rId35"/>
      <p:boldItalic r:id="rId36"/>
    </p:embeddedFont>
    <p:embeddedFont>
      <p:font typeface="Open Sans Bold" pitchFamily="2" charset="0"/>
      <p:bold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5600" y="5523074"/>
            <a:ext cx="4327644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2679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916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8B001F-0D29-812B-851B-515021E8EF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1E461A-2547-DB4A-67DA-9ABA2E78881D}"/>
              </a:ext>
            </a:extLst>
          </p:cNvPr>
          <p:cNvSpPr txBox="1"/>
          <p:nvPr/>
        </p:nvSpPr>
        <p:spPr>
          <a:xfrm>
            <a:off x="7924800" y="7658100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31192747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153400" y="7679677"/>
            <a:ext cx="9906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C28FE32-79A9-DB4F-04A3-B3F8AA415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001000" y="7734300"/>
            <a:ext cx="9525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7EA517-F6F5-CC09-ACCA-519CE8669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924800" y="7658100"/>
            <a:ext cx="11201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4B140BB-12A5-D87D-7EEF-2B6526F65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9200" y="7658100"/>
            <a:ext cx="10058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D37A54-EC5F-09F7-E349-D9EF03948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86574" y="7713427"/>
            <a:ext cx="11658626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229600" y="7658100"/>
            <a:ext cx="9829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5166E9-29DD-C156-4F97-FE8A6C604F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8877300"/>
            <a:ext cx="11887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887D92-F9D6-9722-6018-CE07F3AE96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9168581" y="7810500"/>
            <a:ext cx="957661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8598D32-0208-599B-F638-78116A029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1" y="7636273"/>
            <a:ext cx="11811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010400" y="7636273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81C29F-38CE-02C3-43E8-B18893AF91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791200" y="6286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553200" y="8315018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45E1C3-0353-ED55-6F95-4ABAE2A7C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5AFFC2BD-A74C-D965-2B06-DC1651BDC81A}"/>
              </a:ext>
            </a:extLst>
          </p:cNvPr>
          <p:cNvSpPr txBox="1"/>
          <p:nvPr/>
        </p:nvSpPr>
        <p:spPr>
          <a:xfrm>
            <a:off x="6629400" y="75057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  <p:extLst>
      <p:ext uri="{BB962C8B-B14F-4D97-AF65-F5344CB8AC3E}">
        <p14:creationId xmlns:p14="http://schemas.microsoft.com/office/powerpoint/2010/main" val="1466363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532A23F-F5AC-0868-EC4F-E1D1CCD29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400800" y="8355576"/>
            <a:ext cx="10668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19800" y="6362700"/>
            <a:ext cx="10896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06219C-F4EA-A6F6-A4C5-4631299E1C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229600" y="8953500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20000" y="7077557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5171084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10DEA8-CAEE-5426-6504-D44540C39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477000" y="6438900"/>
            <a:ext cx="86106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4775B52-B6DD-A35B-69DE-BEFF8D3AE395}"/>
              </a:ext>
            </a:extLst>
          </p:cNvPr>
          <p:cNvSpPr txBox="1"/>
          <p:nvPr/>
        </p:nvSpPr>
        <p:spPr>
          <a:xfrm>
            <a:off x="7315200" y="8332224"/>
            <a:ext cx="10972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AEFBEF-95E4-629B-DC09-14C12CCCD0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9342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58200" y="8278986"/>
            <a:ext cx="86868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828628" y="3841285"/>
            <a:ext cx="4668172" cy="43461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2590800" y="4086019"/>
            <a:ext cx="319907" cy="350420"/>
            <a:chOff x="0" y="-19050"/>
            <a:chExt cx="62793" cy="922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4448036"/>
            <a:ext cx="319907" cy="350420"/>
            <a:chOff x="0" y="-19050"/>
            <a:chExt cx="62793" cy="9229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467601" y="3921136"/>
            <a:ext cx="361028" cy="278090"/>
            <a:chOff x="0" y="0"/>
            <a:chExt cx="62793" cy="732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2877800" y="6108211"/>
            <a:ext cx="325897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12877800" y="6491076"/>
            <a:ext cx="325897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467602" y="4283880"/>
            <a:ext cx="351502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543800" y="5830121"/>
            <a:ext cx="284828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543801" y="6212986"/>
            <a:ext cx="28482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534276" y="6599554"/>
            <a:ext cx="28482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534276" y="7001293"/>
            <a:ext cx="28482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7534276" y="7374633"/>
            <a:ext cx="284827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08905"/>
            <a:ext cx="319907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292865"/>
            <a:ext cx="319907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685255"/>
            <a:ext cx="319907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068120"/>
            <a:ext cx="319907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2590800" y="6497960"/>
            <a:ext cx="319907" cy="278090"/>
            <a:chOff x="0" y="0"/>
            <a:chExt cx="62793" cy="73242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9" name="TextBox 6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2581276" y="6884740"/>
            <a:ext cx="319907" cy="278090"/>
            <a:chOff x="0" y="0"/>
            <a:chExt cx="62793" cy="73242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590800" y="7303810"/>
            <a:ext cx="319907" cy="278090"/>
            <a:chOff x="0" y="0"/>
            <a:chExt cx="62793" cy="73242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5" name="TextBox 7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590800" y="7658100"/>
            <a:ext cx="319907" cy="278090"/>
            <a:chOff x="0" y="0"/>
            <a:chExt cx="62793" cy="73242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8" name="TextBox 7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9" name="Group 79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80" name="Freeform 80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1" name="TextBox 81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82" name="TextBox 82"/>
          <p:cNvSpPr txBox="1"/>
          <p:nvPr/>
        </p:nvSpPr>
        <p:spPr>
          <a:xfrm>
            <a:off x="2910708" y="4077772"/>
            <a:ext cx="3679400" cy="3822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 Profissional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Magnética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Simulador de Escada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 Bíceps / Tríceps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 Adutora e Abdutora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 Vertical Pro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Smith Machine</a:t>
            </a:r>
          </a:p>
          <a:p>
            <a:pPr algn="l">
              <a:lnSpc>
                <a:spcPts val="3067"/>
              </a:lnSpc>
            </a:pPr>
            <a:r>
              <a:rPr lang="en-US" sz="219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Isolador de Glúteo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3213222" y="4119523"/>
            <a:ext cx="2483978" cy="27559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6687602" y="2419315"/>
            <a:ext cx="499016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TRIPLE</a:t>
            </a:r>
          </a:p>
        </p:txBody>
      </p:sp>
      <p:grpSp>
        <p:nvGrpSpPr>
          <p:cNvPr id="85" name="Group 52">
            <a:extLst>
              <a:ext uri="{FF2B5EF4-FFF2-40B4-BE49-F238E27FC236}">
                <a16:creationId xmlns:a16="http://schemas.microsoft.com/office/drawing/2014/main" id="{E7A7D986-1B21-29BD-505C-55FD708C4F2E}"/>
              </a:ext>
            </a:extLst>
          </p:cNvPr>
          <p:cNvGrpSpPr/>
          <p:nvPr/>
        </p:nvGrpSpPr>
        <p:grpSpPr>
          <a:xfrm>
            <a:off x="7543800" y="7837210"/>
            <a:ext cx="284827" cy="278090"/>
            <a:chOff x="0" y="0"/>
            <a:chExt cx="62793" cy="73242"/>
          </a:xfrm>
        </p:grpSpPr>
        <p:sp>
          <p:nvSpPr>
            <p:cNvPr id="86" name="Freeform 53">
              <a:extLst>
                <a:ext uri="{FF2B5EF4-FFF2-40B4-BE49-F238E27FC236}">
                  <a16:creationId xmlns:a16="http://schemas.microsoft.com/office/drawing/2014/main" id="{494C21BD-0B7E-25B9-7E13-778CD52F9713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7" name="TextBox 54">
              <a:extLst>
                <a:ext uri="{FF2B5EF4-FFF2-40B4-BE49-F238E27FC236}">
                  <a16:creationId xmlns:a16="http://schemas.microsoft.com/office/drawing/2014/main" id="{7AE12EA0-CA18-1231-F7B8-BCE9F1A8EC88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88" name="Group 52">
            <a:extLst>
              <a:ext uri="{FF2B5EF4-FFF2-40B4-BE49-F238E27FC236}">
                <a16:creationId xmlns:a16="http://schemas.microsoft.com/office/drawing/2014/main" id="{BF57C16F-D0AF-A4BE-08D5-05FC9E90AA79}"/>
              </a:ext>
            </a:extLst>
          </p:cNvPr>
          <p:cNvGrpSpPr/>
          <p:nvPr/>
        </p:nvGrpSpPr>
        <p:grpSpPr>
          <a:xfrm>
            <a:off x="2625880" y="8077170"/>
            <a:ext cx="284827" cy="278090"/>
            <a:chOff x="0" y="0"/>
            <a:chExt cx="62793" cy="73242"/>
          </a:xfrm>
        </p:grpSpPr>
        <p:sp>
          <p:nvSpPr>
            <p:cNvPr id="89" name="Freeform 53">
              <a:extLst>
                <a:ext uri="{FF2B5EF4-FFF2-40B4-BE49-F238E27FC236}">
                  <a16:creationId xmlns:a16="http://schemas.microsoft.com/office/drawing/2014/main" id="{9BF34310-3B32-8068-7E79-F4C330A17B96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0" name="TextBox 54">
              <a:extLst>
                <a:ext uri="{FF2B5EF4-FFF2-40B4-BE49-F238E27FC236}">
                  <a16:creationId xmlns:a16="http://schemas.microsoft.com/office/drawing/2014/main" id="{241E43A1-8B6D-AD29-9950-846E8018B83F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284626" cy="5059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411204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852895"/>
            <a:ext cx="7395990" cy="8710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Equipamentos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Extras: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[EQUIP_EXTRA]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383</Words>
  <Application>Microsoft Office PowerPoint</Application>
  <PresentationFormat>Custom</PresentationFormat>
  <Paragraphs>107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Open Sans</vt:lpstr>
      <vt:lpstr>Open Sans Bold</vt:lpstr>
      <vt:lpstr>Open Sans Bold Italics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PROPOSTA DUO FITNESS TRIPLE</dc:title>
  <cp:lastModifiedBy>Victor Barros</cp:lastModifiedBy>
  <cp:revision>12</cp:revision>
  <dcterms:created xsi:type="dcterms:W3CDTF">2006-08-16T00:00:00Z</dcterms:created>
  <dcterms:modified xsi:type="dcterms:W3CDTF">2026-07-10T20:57:26Z</dcterms:modified>
  <dc:identifier>DAHNWhTStjg</dc:identifier>
</cp:coreProperties>
</file>