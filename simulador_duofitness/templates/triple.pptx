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90" r:id="rId32"/>
    <p:sldId id="286" r:id="rId33"/>
    <p:sldId id="287" r:id="rId34"/>
  </p:sldIdLst>
  <p:sldSz cx="18288000" cy="10287000"/>
  <p:notesSz cx="6858000" cy="9144000"/>
  <p:embeddedFontLst>
    <p:embeddedFont>
      <p:font typeface="Open Sans" panose="020B0806030504020204" pitchFamily="34" charset="0"/>
      <p:regular r:id="rId35"/>
      <p:bold r:id="rId36"/>
      <p:boldItalic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32004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9982200" y="4318976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56BC4-F019-396B-5C91-566BC52D8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1C37D1E-AFA7-9BC4-4C4C-415822C9F5E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>
            <a:extLst>
              <a:ext uri="{FF2B5EF4-FFF2-40B4-BE49-F238E27FC236}">
                <a16:creationId xmlns:a16="http://schemas.microsoft.com/office/drawing/2014/main" id="{C6F78000-6761-96AC-625B-14924A46ED5D}"/>
              </a:ext>
            </a:extLst>
          </p:cNvPr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>
              <a:extLst>
                <a:ext uri="{FF2B5EF4-FFF2-40B4-BE49-F238E27FC236}">
                  <a16:creationId xmlns:a16="http://schemas.microsoft.com/office/drawing/2014/main" id="{E1C7C6DE-AF49-5442-22AC-CECBCFE301AD}"/>
                </a:ext>
              </a:extLst>
            </p:cNvPr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>
              <a:extLst>
                <a:ext uri="{FF2B5EF4-FFF2-40B4-BE49-F238E27FC236}">
                  <a16:creationId xmlns:a16="http://schemas.microsoft.com/office/drawing/2014/main" id="{87319BA9-8B30-786C-4B1F-2FC2C9D76F09}"/>
                </a:ext>
              </a:extLst>
            </p:cNvPr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>
            <a:extLst>
              <a:ext uri="{FF2B5EF4-FFF2-40B4-BE49-F238E27FC236}">
                <a16:creationId xmlns:a16="http://schemas.microsoft.com/office/drawing/2014/main" id="{E72E2C81-5F00-BC3E-9BE2-0D64A5AAF1BE}"/>
              </a:ext>
            </a:extLst>
          </p:cNvPr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1B3076AD-2C9B-22E8-B1CA-41BE27693718}"/>
              </a:ext>
            </a:extLst>
          </p:cNvPr>
          <p:cNvSpPr txBox="1"/>
          <p:nvPr/>
        </p:nvSpPr>
        <p:spPr>
          <a:xfrm>
            <a:off x="6172200" y="4186553"/>
            <a:ext cx="640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  <p:extLst>
      <p:ext uri="{BB962C8B-B14F-4D97-AF65-F5344CB8AC3E}">
        <p14:creationId xmlns:p14="http://schemas.microsoft.com/office/powerpoint/2010/main" val="2514100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445</Words>
  <Application>Microsoft Office PowerPoint</Application>
  <PresentationFormat>Custom</PresentationFormat>
  <Paragraphs>76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Open Sans Bold</vt:lpstr>
      <vt:lpstr>Calibri</vt:lpstr>
      <vt:lpstr>Open Sans Bold Italics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TRIPLE</dc:title>
  <dc:creator>Victor Barros</dc:creator>
  <cp:lastModifiedBy>Victor Barros</cp:lastModifiedBy>
  <cp:revision>16</cp:revision>
  <dcterms:created xsi:type="dcterms:W3CDTF">2006-08-16T00:00:00Z</dcterms:created>
  <dcterms:modified xsi:type="dcterms:W3CDTF">2026-08-04T17:20:50Z</dcterms:modified>
  <dc:identifier>DAHNWhTStjg</dc:identifier>
</cp:coreProperties>
</file>