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8" r:id="rId23"/>
    <p:sldId id="277" r:id="rId24"/>
    <p:sldId id="279" r:id="rId25"/>
    <p:sldId id="289" r:id="rId26"/>
    <p:sldId id="280" r:id="rId27"/>
    <p:sldId id="281" r:id="rId28"/>
    <p:sldId id="283" r:id="rId29"/>
    <p:sldId id="284" r:id="rId30"/>
    <p:sldId id="285" r:id="rId31"/>
    <p:sldId id="286" r:id="rId32"/>
    <p:sldId id="287" r:id="rId33"/>
  </p:sldIdLst>
  <p:sldSz cx="18288000" cy="10287000"/>
  <p:notesSz cx="6858000" cy="9144000"/>
  <p:embeddedFontLst>
    <p:embeddedFont>
      <p:font typeface="Open Sans" panose="020B0606030504020204" pitchFamily="34" charset="0"/>
      <p:regular r:id="rId34"/>
      <p:bold r:id="rId35"/>
      <p:boldItalic r:id="rId36"/>
    </p:embeddedFont>
    <p:embeddedFont>
      <p:font typeface="Open Sans Bold" panose="020B0806030504020204" pitchFamily="34" charset="0"/>
      <p:bold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5600" y="5523074"/>
            <a:ext cx="4327644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2679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0FC14B6-95E2-04B4-92CD-51E4E20601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91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8B001F-0D29-812B-851B-515021E8EF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1E461A-2547-DB4A-67DA-9ABA2E78881D}"/>
              </a:ext>
            </a:extLst>
          </p:cNvPr>
          <p:cNvSpPr txBox="1"/>
          <p:nvPr/>
        </p:nvSpPr>
        <p:spPr>
          <a:xfrm>
            <a:off x="7924800" y="7658100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119274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153400" y="7679677"/>
            <a:ext cx="9906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28FE32-79A9-DB4F-04A3-B3F8AA415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001000" y="7734300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7EA517-F6F5-CC09-ACCA-519CE8669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201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B140BB-12A5-D87D-7EEF-2B6526F6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9200" y="7658100"/>
            <a:ext cx="10058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D37A54-EC5F-09F7-E349-D9EF03948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86574" y="7713427"/>
            <a:ext cx="11658626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166E9-29DD-C156-4F97-FE8A6C60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8877300"/>
            <a:ext cx="11887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887D92-F9D6-9722-6018-CE07F3AE9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9168581" y="7810500"/>
            <a:ext cx="957661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598D32-0208-599B-F638-78116A029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1" y="7636273"/>
            <a:ext cx="11811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10400" y="7636273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81C29F-38CE-02C3-43E8-B18893AF9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791200" y="6286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53200" y="8315018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5E1C3-0353-ED55-6F95-4ABAE2A7C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5AFFC2BD-A74C-D965-2B06-DC1651BDC81A}"/>
              </a:ext>
            </a:extLst>
          </p:cNvPr>
          <p:cNvSpPr txBox="1"/>
          <p:nvPr/>
        </p:nvSpPr>
        <p:spPr>
          <a:xfrm>
            <a:off x="6629400" y="75057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146636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32A23F-F5AC-0868-EC4F-E1D1CCD291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8355576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19800" y="6362700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06219C-F4EA-A6F6-A4C5-4631299E1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229600" y="8953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77557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5171084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10DEA8-CAEE-5426-6504-D44540C39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0" y="6438900"/>
            <a:ext cx="8610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4775B52-B6DD-A35B-69DE-BEFF8D3AE395}"/>
              </a:ext>
            </a:extLst>
          </p:cNvPr>
          <p:cNvSpPr txBox="1"/>
          <p:nvPr/>
        </p:nvSpPr>
        <p:spPr>
          <a:xfrm>
            <a:off x="7315200" y="8332224"/>
            <a:ext cx="10972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AEFBEF-95E4-629B-DC09-14C12CCCD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342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8200" y="8278986"/>
            <a:ext cx="86868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9" name="Group 79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4" name="TextBox 84"/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  <p:sp>
        <p:nvSpPr>
          <p:cNvPr id="53" name="TextBox 54">
            <a:extLst>
              <a:ext uri="{FF2B5EF4-FFF2-40B4-BE49-F238E27FC236}">
                <a16:creationId xmlns:a16="http://schemas.microsoft.com/office/drawing/2014/main" id="{C40D4159-0591-65D1-8B87-F385B2246429}"/>
              </a:ext>
            </a:extLst>
          </p:cNvPr>
          <p:cNvSpPr txBox="1"/>
          <p:nvPr/>
        </p:nvSpPr>
        <p:spPr>
          <a:xfrm>
            <a:off x="2971800" y="3889180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</p:txBody>
      </p:sp>
      <p:sp>
        <p:nvSpPr>
          <p:cNvPr id="91" name="TextBox 54">
            <a:extLst>
              <a:ext uri="{FF2B5EF4-FFF2-40B4-BE49-F238E27FC236}">
                <a16:creationId xmlns:a16="http://schemas.microsoft.com/office/drawing/2014/main" id="{AC3163C2-D35D-3DEC-6AC7-04809EB2B050}"/>
              </a:ext>
            </a:extLst>
          </p:cNvPr>
          <p:cNvSpPr txBox="1"/>
          <p:nvPr/>
        </p:nvSpPr>
        <p:spPr>
          <a:xfrm>
            <a:off x="7924800" y="3889180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4">
            <a:extLst>
              <a:ext uri="{FF2B5EF4-FFF2-40B4-BE49-F238E27FC236}">
                <a16:creationId xmlns:a16="http://schemas.microsoft.com/office/drawing/2014/main" id="{403F06CF-553F-5308-0DDB-E4996324BBF3}"/>
              </a:ext>
            </a:extLst>
          </p:cNvPr>
          <p:cNvSpPr txBox="1"/>
          <p:nvPr/>
        </p:nvSpPr>
        <p:spPr>
          <a:xfrm>
            <a:off x="12725400" y="3878119"/>
            <a:ext cx="4191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28462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54508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1EA4A-2E1C-9F7C-BDA1-4EA2F31B3C4B}"/>
              </a:ext>
            </a:extLst>
          </p:cNvPr>
          <p:cNvSpPr txBox="1"/>
          <p:nvPr/>
        </p:nvSpPr>
        <p:spPr>
          <a:xfrm>
            <a:off x="9601200" y="7353300"/>
            <a:ext cx="9144000" cy="1646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E5B779A3-26F4-65E0-13A3-B482CBF109B8}"/>
              </a:ext>
            </a:extLst>
          </p:cNvPr>
          <p:cNvSpPr txBox="1"/>
          <p:nvPr/>
        </p:nvSpPr>
        <p:spPr>
          <a:xfrm>
            <a:off x="9670026" y="3898574"/>
            <a:ext cx="7395990" cy="1165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68A85047-C239-93A7-6205-5BB2D7139FDA}"/>
              </a:ext>
            </a:extLst>
          </p:cNvPr>
          <p:cNvSpPr txBox="1"/>
          <p:nvPr/>
        </p:nvSpPr>
        <p:spPr>
          <a:xfrm>
            <a:off x="9670026" y="1506794"/>
            <a:ext cx="7395990" cy="1951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A07866-47DF-CC30-A719-C9A8730A0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443</Words>
  <Application>Microsoft Office PowerPoint</Application>
  <PresentationFormat>Custom</PresentationFormat>
  <Paragraphs>83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Open Sans</vt:lpstr>
      <vt:lpstr>Calibri</vt:lpstr>
      <vt:lpstr>Open Sans Bold</vt:lpstr>
      <vt:lpstr>Open Sans Bold Italics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TRIPLE</dc:title>
  <dc:creator>Victor Barros</dc:creator>
  <cp:lastModifiedBy>Victor Barros</cp:lastModifiedBy>
  <cp:revision>23</cp:revision>
  <dcterms:created xsi:type="dcterms:W3CDTF">2006-08-16T00:00:00Z</dcterms:created>
  <dcterms:modified xsi:type="dcterms:W3CDTF">2026-09-10T18:31:13Z</dcterms:modified>
  <dc:identifier>DAHNWhTStjg</dc:identifier>
</cp:coreProperties>
</file>