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8288000" cy="10287000"/>
  <p:notesSz cx="6858000" cy="9144000"/>
  <p:embeddedFontLst>
    <p:embeddedFont>
      <p:font typeface="Open Sans" pitchFamily="2" charset="0"/>
      <p:regular r:id="rId34"/>
      <p:bold r:id="rId35"/>
      <p:boldItalic r:id="rId36"/>
    </p:embeddedFont>
    <p:embeddedFont>
      <p:font typeface="Open Sans Bold" pitchFamily="2" charset="0"/>
      <p:bold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5600" y="5523074"/>
            <a:ext cx="4327644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2679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65532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6858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449550" y="7752480"/>
            <a:ext cx="686665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835386" y="7687709"/>
            <a:ext cx="6938014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7010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86574" y="7713427"/>
            <a:ext cx="6858026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70104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372465" y="7687709"/>
            <a:ext cx="694373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632639" y="7687709"/>
            <a:ext cx="6902761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737414" y="7687709"/>
            <a:ext cx="6874186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67056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6858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112775" y="4895896"/>
            <a:ext cx="8289025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110 kg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730003" y="6940939"/>
            <a:ext cx="8289025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200 kg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63982" y="8846318"/>
            <a:ext cx="85856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1125 kg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158616" y="4972050"/>
            <a:ext cx="6719184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830274" y="8932594"/>
            <a:ext cx="6495326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15918" y="6952322"/>
            <a:ext cx="6719184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698690" y="8984030"/>
            <a:ext cx="663631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196716" y="7077557"/>
            <a:ext cx="6981136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982264" y="5217303"/>
            <a:ext cx="6981136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519885" y="5270903"/>
            <a:ext cx="5782392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56150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56150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755959"/>
            <a:ext cx="56388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212169" y="5095875"/>
            <a:ext cx="5751231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03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771917" y="7079004"/>
            <a:ext cx="5751231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03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852065" y="9163050"/>
            <a:ext cx="5751231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828628" y="3841285"/>
            <a:ext cx="4394015" cy="4206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Supino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Regulável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Anilhas (1,30/kg)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1125kg Halteres 12,5 - 50kg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Suporte Barras / Anilhas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(15 pares)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Olímpica (1800mm)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Olímpica (50mm - 1200mm)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Curvada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590800" y="4086019"/>
            <a:ext cx="319907" cy="350420"/>
            <a:chOff x="0" y="-19050"/>
            <a:chExt cx="62793" cy="9229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90800" y="4448036"/>
            <a:ext cx="319907" cy="350420"/>
            <a:chOff x="0" y="-19050"/>
            <a:chExt cx="62793" cy="9229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467601" y="3921136"/>
            <a:ext cx="361028" cy="278090"/>
            <a:chOff x="0" y="0"/>
            <a:chExt cx="62793" cy="732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877800" y="4200100"/>
            <a:ext cx="325897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877800" y="4581167"/>
            <a:ext cx="325897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877800" y="4964032"/>
            <a:ext cx="325897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2877800" y="5346897"/>
            <a:ext cx="325897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877800" y="5729761"/>
            <a:ext cx="325897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877800" y="6108211"/>
            <a:ext cx="325897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2877800" y="6491076"/>
            <a:ext cx="325897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467602" y="4283880"/>
            <a:ext cx="351502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543800" y="5830121"/>
            <a:ext cx="284828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7543801" y="6212986"/>
            <a:ext cx="284828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534276" y="6599554"/>
            <a:ext cx="284828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534276" y="7001293"/>
            <a:ext cx="284828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7534276" y="7374633"/>
            <a:ext cx="284827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7534276" y="7757498"/>
            <a:ext cx="284827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2590800" y="4908905"/>
            <a:ext cx="319907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2590800" y="5292865"/>
            <a:ext cx="319907" cy="278090"/>
            <a:chOff x="0" y="0"/>
            <a:chExt cx="62793" cy="7324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2590800" y="5685255"/>
            <a:ext cx="319907" cy="278090"/>
            <a:chOff x="0" y="0"/>
            <a:chExt cx="62793" cy="73242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3" name="TextBox 6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2590800" y="6068120"/>
            <a:ext cx="319907" cy="278090"/>
            <a:chOff x="0" y="0"/>
            <a:chExt cx="62793" cy="73242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6" name="TextBox 6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2590800" y="6497960"/>
            <a:ext cx="319907" cy="278090"/>
            <a:chOff x="0" y="0"/>
            <a:chExt cx="62793" cy="73242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9" name="TextBox 6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2581276" y="6884740"/>
            <a:ext cx="319907" cy="278090"/>
            <a:chOff x="0" y="0"/>
            <a:chExt cx="62793" cy="73242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2590800" y="7303810"/>
            <a:ext cx="319907" cy="278090"/>
            <a:chOff x="0" y="0"/>
            <a:chExt cx="62793" cy="73242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5" name="TextBox 7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2590800" y="7658100"/>
            <a:ext cx="319907" cy="278090"/>
            <a:chOff x="0" y="0"/>
            <a:chExt cx="62793" cy="73242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8" name="TextBox 7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1" name="TextBox 81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82" name="TextBox 82"/>
          <p:cNvSpPr txBox="1"/>
          <p:nvPr/>
        </p:nvSpPr>
        <p:spPr>
          <a:xfrm>
            <a:off x="2910708" y="4077772"/>
            <a:ext cx="3679400" cy="3822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 Profissional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Magnética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Simulador de Escada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Dual Cable Crossover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Máquina Bíceps / Tríceps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Adutora e Abdutora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 Vertical Pro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Smith Machine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Isolador de Glúteo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13213222" y="4119523"/>
            <a:ext cx="2483978" cy="27559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Cross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Step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Ajustável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Polia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6687602" y="2419315"/>
            <a:ext cx="499016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TRIPLE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77048" y="78105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284626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63310" y="2085223"/>
            <a:ext cx="7395990" cy="7517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305</Words>
  <Application>Microsoft Office PowerPoint</Application>
  <PresentationFormat>Custom</PresentationFormat>
  <Paragraphs>107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Open Sans Bold</vt:lpstr>
      <vt:lpstr>Open Sans Bold Italics</vt:lpstr>
      <vt:lpstr>Arial</vt:lpstr>
      <vt:lpstr>Calibri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PROPOSTA DUO FITNESS TRIPLE</dc:title>
  <cp:lastModifiedBy>Victor Barros</cp:lastModifiedBy>
  <cp:revision>7</cp:revision>
  <dcterms:created xsi:type="dcterms:W3CDTF">2006-08-16T00:00:00Z</dcterms:created>
  <dcterms:modified xsi:type="dcterms:W3CDTF">2026-06-30T16:00:34Z</dcterms:modified>
  <dc:identifier>DAHNWhTStjg</dc:identifier>
</cp:coreProperties>
</file>