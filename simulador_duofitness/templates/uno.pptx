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anose="020B0806030504020204" pitchFamily="34" charset="0"/>
      <p:regular r:id="rId26"/>
      <p:bold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4119523"/>
            <a:ext cx="4394015" cy="2670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200100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562117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4200100"/>
            <a:ext cx="335943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6" y="4581167"/>
            <a:ext cx="335943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10477" y="4964032"/>
            <a:ext cx="335942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10476" y="5340438"/>
            <a:ext cx="34546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10476" y="5723303"/>
            <a:ext cx="34546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6109871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511610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2590800" y="4950656"/>
            <a:ext cx="335199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5334616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5727006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6109871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2925999" y="4119523"/>
            <a:ext cx="3679400" cy="315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grpSp>
        <p:nvGrpSpPr>
          <p:cNvPr id="64" name="Group 43">
            <a:extLst>
              <a:ext uri="{FF2B5EF4-FFF2-40B4-BE49-F238E27FC236}">
                <a16:creationId xmlns:a16="http://schemas.microsoft.com/office/drawing/2014/main" id="{0CA95642-C6B7-3E9B-07F2-E64EE50415D6}"/>
              </a:ext>
            </a:extLst>
          </p:cNvPr>
          <p:cNvGrpSpPr/>
          <p:nvPr/>
        </p:nvGrpSpPr>
        <p:grpSpPr>
          <a:xfrm>
            <a:off x="7598382" y="6922810"/>
            <a:ext cx="326418" cy="278090"/>
            <a:chOff x="0" y="0"/>
            <a:chExt cx="62793" cy="73242"/>
          </a:xfrm>
        </p:grpSpPr>
        <p:sp>
          <p:nvSpPr>
            <p:cNvPr id="65" name="Freeform 44">
              <a:extLst>
                <a:ext uri="{FF2B5EF4-FFF2-40B4-BE49-F238E27FC236}">
                  <a16:creationId xmlns:a16="http://schemas.microsoft.com/office/drawing/2014/main" id="{6C4346C7-AF8C-861E-C300-7C3639EA5154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45">
              <a:extLst>
                <a:ext uri="{FF2B5EF4-FFF2-40B4-BE49-F238E27FC236}">
                  <a16:creationId xmlns:a16="http://schemas.microsoft.com/office/drawing/2014/main" id="{DC7A35C8-9002-E4F5-F1B0-1EC26C0B5FD2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876300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[EQUIP_EXTRA]: [EQUIP_EXTRA_QUANT]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302</Words>
  <Application>Microsoft Office PowerPoint</Application>
  <PresentationFormat>Custom</PresentationFormat>
  <Paragraphs>83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Open Sans Bold</vt:lpstr>
      <vt:lpstr>Arial</vt:lpstr>
      <vt:lpstr>Open Sans Bold Italics</vt:lpstr>
      <vt:lpstr>Calibri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16</cp:revision>
  <dcterms:created xsi:type="dcterms:W3CDTF">2006-08-16T00:00:00Z</dcterms:created>
  <dcterms:modified xsi:type="dcterms:W3CDTF">2026-07-10T12:28:24Z</dcterms:modified>
  <dc:identifier>DAHNTebemR0</dc:identifier>
</cp:coreProperties>
</file>