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1" r:id="rId18"/>
    <p:sldId id="275" r:id="rId19"/>
    <p:sldId id="277" r:id="rId20"/>
    <p:sldId id="283" r:id="rId21"/>
    <p:sldId id="279" r:id="rId22"/>
    <p:sldId id="280" r:id="rId23"/>
    <p:sldId id="281" r:id="rId24"/>
    <p:sldId id="282" r:id="rId25"/>
  </p:sldIdLst>
  <p:sldSz cx="18288000" cy="10287000"/>
  <p:notesSz cx="6858000" cy="9144000"/>
  <p:embeddedFontLst>
    <p:embeddedFont>
      <p:font typeface="Open Sans" pitchFamily="2" charset="0"/>
      <p:regular r:id="rId26"/>
      <p:bold r:id="rId27"/>
      <p:boldItalic r:id="rId28"/>
    </p:embeddedFont>
    <p:embeddedFont>
      <p:font typeface="Open Sans Bold" pitchFamily="2" charset="0"/>
      <p:bold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033669" cy="53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345068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 panose="020B0806030504020204" pitchFamily="34" charset="0"/>
              <a:ea typeface="Open Sans" panose="020B0806030504020204" pitchFamily="34" charset="0"/>
              <a:cs typeface="Open Sans" panose="020B0806030504020204" pitchFamily="34" charset="0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2446C5-7AA1-0DE9-BE32-3044898050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1" name="TextBox 3">
            <a:extLst>
              <a:ext uri="{FF2B5EF4-FFF2-40B4-BE49-F238E27FC236}">
                <a16:creationId xmlns:a16="http://schemas.microsoft.com/office/drawing/2014/main" id="{00D25E9D-CB8D-55DF-A742-FD3280B23F77}"/>
              </a:ext>
            </a:extLst>
          </p:cNvPr>
          <p:cNvSpPr txBox="1"/>
          <p:nvPr/>
        </p:nvSpPr>
        <p:spPr>
          <a:xfrm>
            <a:off x="7696200" y="7658100"/>
            <a:ext cx="11125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6300B2-8C1D-7104-206B-BD1F9407D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239000" y="7581900"/>
            <a:ext cx="12115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[ESTACAO_MULT]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31FD8B-B785-64CB-F1E6-6269E6EB1D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7724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16EF8C7-0E87-66FE-16B6-5D3F074C5E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172200" y="6155677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365299" y="8298802"/>
            <a:ext cx="940810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EAC581-6BF0-D0F9-5400-9CCD99043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705600" y="76581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5891F4-6D9E-B29A-DD4E-DE2D94173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867400" y="6210300"/>
            <a:ext cx="10820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791200" y="824679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8F0A85E-49CB-881A-28A0-E946A223B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0" y="7130499"/>
            <a:ext cx="8915400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913179"/>
            <a:ext cx="85344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56E0AB-7366-20CF-8897-AD5F0973A0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CAF7C2-1342-DCB6-F945-0691F04B8E54}"/>
              </a:ext>
            </a:extLst>
          </p:cNvPr>
          <p:cNvSpPr txBox="1"/>
          <p:nvPr/>
        </p:nvSpPr>
        <p:spPr>
          <a:xfrm>
            <a:off x="6858000" y="6286500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C2E8AA-6B08-2D04-F78D-AC9E6043ED3D}"/>
              </a:ext>
            </a:extLst>
          </p:cNvPr>
          <p:cNvSpPr txBox="1"/>
          <p:nvPr/>
        </p:nvSpPr>
        <p:spPr>
          <a:xfrm>
            <a:off x="7467600" y="8251179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  <p:extLst>
      <p:ext uri="{BB962C8B-B14F-4D97-AF65-F5344CB8AC3E}">
        <p14:creationId xmlns:p14="http://schemas.microsoft.com/office/powerpoint/2010/main" val="2605821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FCF21C4-18A6-5DF9-7FCF-28D5EF100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686800" y="8222919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0" y="6158838"/>
            <a:ext cx="11582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55943" y="4119523"/>
            <a:ext cx="4394015" cy="26701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(50mm - 1200mm)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4200100"/>
            <a:ext cx="335199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562117"/>
            <a:ext cx="335199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20000" y="4200100"/>
            <a:ext cx="335943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610476" y="4581167"/>
            <a:ext cx="335943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10477" y="4964032"/>
            <a:ext cx="335942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610476" y="5340438"/>
            <a:ext cx="345467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10476" y="5723303"/>
            <a:ext cx="345467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20001" y="6109871"/>
            <a:ext cx="32641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20001" y="6511610"/>
            <a:ext cx="32641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2590800" y="4950656"/>
            <a:ext cx="335199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2590800" y="5334616"/>
            <a:ext cx="335199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2590800" y="5727006"/>
            <a:ext cx="335199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2925999" y="4119523"/>
            <a:ext cx="3679400" cy="315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Profissional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Magnética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Extensora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Flexora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Adutora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Abdutora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3213222" y="4119523"/>
            <a:ext cx="2483978" cy="19608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Reta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020766" y="2419315"/>
            <a:ext cx="4485434" cy="9187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4800" b="1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COMBO UNO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124676" cy="1432097"/>
            <a:chOff x="0" y="0"/>
            <a:chExt cx="1876458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76458" cy="377178"/>
            </a:xfrm>
            <a:custGeom>
              <a:avLst/>
              <a:gdLst/>
              <a:ahLst/>
              <a:cxnLst/>
              <a:rect l="l" t="t" r="r" b="b"/>
              <a:pathLst>
                <a:path w="1876458" h="377178">
                  <a:moveTo>
                    <a:pt x="0" y="0"/>
                  </a:moveTo>
                  <a:lnTo>
                    <a:pt x="1876458" y="0"/>
                  </a:lnTo>
                  <a:lnTo>
                    <a:pt x="1876458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76458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62600" y="3009900"/>
            <a:ext cx="394631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89" y="4254328"/>
            <a:ext cx="3579591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281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374C91-F5F7-0D9B-9A12-5F4BEA9B1C57}"/>
              </a:ext>
            </a:extLst>
          </p:cNvPr>
          <p:cNvSpPr txBox="1"/>
          <p:nvPr/>
        </p:nvSpPr>
        <p:spPr>
          <a:xfrm>
            <a:off x="9635939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287</Words>
  <Application>Microsoft Office PowerPoint</Application>
  <PresentationFormat>Custom</PresentationFormat>
  <Paragraphs>77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Open Sans</vt:lpstr>
      <vt:lpstr>Open Sans Bold</vt:lpstr>
      <vt:lpstr>Open Sans Bold Italics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UNO</dc:title>
  <dc:creator>Victor Barros</dc:creator>
  <cp:lastModifiedBy>Victor Barros</cp:lastModifiedBy>
  <cp:revision>21</cp:revision>
  <dcterms:created xsi:type="dcterms:W3CDTF">2006-08-16T00:00:00Z</dcterms:created>
  <dcterms:modified xsi:type="dcterms:W3CDTF">2026-07-20T20:23:27Z</dcterms:modified>
  <dc:identifier>DAHNTebemR0</dc:identifier>
</cp:coreProperties>
</file>