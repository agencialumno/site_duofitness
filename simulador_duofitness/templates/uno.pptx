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8288000" cy="10287000"/>
  <p:notesSz cx="6858000" cy="9144000"/>
  <p:embeddedFontLst>
    <p:embeddedFont>
      <p:font typeface="Open Sans" pitchFamily="2" charset="0"/>
      <p:regular r:id="rId29"/>
      <p:bold r:id="rId30"/>
      <p:boldItalic r:id="rId31"/>
    </p:embeddedFont>
    <p:embeddedFont>
      <p:font typeface="Open Sans Bold" pitchFamily="2" charset="0"/>
      <p:bold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033669" cy="53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345068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 panose="020B0806030504020204" pitchFamily="34" charset="0"/>
              <a:ea typeface="Open Sans" panose="020B0806030504020204" pitchFamily="34" charset="0"/>
              <a:cs typeface="Open Sans" panose="020B0806030504020204" pitchFamily="34" charset="0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7056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553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43916" y="8892868"/>
            <a:ext cx="687708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934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73914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7162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70104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106171" y="6170086"/>
            <a:ext cx="828622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65299" y="8298802"/>
            <a:ext cx="8493701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100 kg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518318" y="6208863"/>
            <a:ext cx="6797882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518318" y="8298802"/>
            <a:ext cx="7026482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532999" y="5341070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42624" y="7222257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23686" y="8958028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19885" y="5270903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543317" y="6290043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05292" y="8379779"/>
            <a:ext cx="4972767" cy="878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171277" y="8213077"/>
            <a:ext cx="6925723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901869" y="6158839"/>
            <a:ext cx="6661731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55943" y="4119523"/>
            <a:ext cx="4394015" cy="26701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4200100"/>
            <a:ext cx="335199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562117"/>
            <a:ext cx="335199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20000" y="4200100"/>
            <a:ext cx="335943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10476" y="4581167"/>
            <a:ext cx="335943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10477" y="4964032"/>
            <a:ext cx="335942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10476" y="5340438"/>
            <a:ext cx="345467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10476" y="5723303"/>
            <a:ext cx="345467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20001" y="6109871"/>
            <a:ext cx="32641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20001" y="6511610"/>
            <a:ext cx="32641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2590800" y="4950656"/>
            <a:ext cx="335199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2590800" y="5334616"/>
            <a:ext cx="335199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2590800" y="5727006"/>
            <a:ext cx="335199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6109871"/>
            <a:ext cx="335199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2925999" y="4119523"/>
            <a:ext cx="3679400" cy="3054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Extensora / Flexora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e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Regulável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Anilhas (1,30/kg)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3213222" y="4119523"/>
            <a:ext cx="2483978" cy="1960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Reta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020766" y="2419315"/>
            <a:ext cx="4485434" cy="918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4800" b="1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COMBO UNO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124676" cy="1432097"/>
            <a:chOff x="0" y="0"/>
            <a:chExt cx="1876458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76458" cy="377178"/>
            </a:xfrm>
            <a:custGeom>
              <a:avLst/>
              <a:gdLst/>
              <a:ahLst/>
              <a:cxnLst/>
              <a:rect l="l" t="t" r="r" b="b"/>
              <a:pathLst>
                <a:path w="1876458" h="377178">
                  <a:moveTo>
                    <a:pt x="0" y="0"/>
                  </a:moveTo>
                  <a:lnTo>
                    <a:pt x="1876458" y="0"/>
                  </a:lnTo>
                  <a:lnTo>
                    <a:pt x="1876458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76458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62866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62600" y="3009900"/>
            <a:ext cx="394631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89" y="4254328"/>
            <a:ext cx="3579591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593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[UNIDADES] </a:t>
            </a:r>
            <a:r>
              <a:rPr lang="en-US" sz="2190" b="1" i="1" dirty="0" err="1">
                <a:solidFill>
                  <a:srgbClr val="FFD3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: [VALOR_COND] 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: [PRAZO]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234</Words>
  <Application>Microsoft Office PowerPoint</Application>
  <PresentationFormat>Custom</PresentationFormat>
  <Paragraphs>82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Open Sans</vt:lpstr>
      <vt:lpstr>Open Sans Bold</vt:lpstr>
      <vt:lpstr>Open Sans Bold Italics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UNO</dc:title>
  <dc:creator>Victor Barros</dc:creator>
  <cp:lastModifiedBy>Victor Barros</cp:lastModifiedBy>
  <cp:revision>10</cp:revision>
  <dcterms:created xsi:type="dcterms:W3CDTF">2006-08-16T00:00:00Z</dcterms:created>
  <dcterms:modified xsi:type="dcterms:W3CDTF">2026-06-26T16:21:21Z</dcterms:modified>
  <dc:identifier>DAHNTebemR0</dc:identifier>
</cp:coreProperties>
</file>