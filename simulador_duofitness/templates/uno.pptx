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itchFamily="2" charset="0"/>
      <p:regular r:id="rId26"/>
      <p:bold r:id="rId27"/>
      <p:boldItalic r:id="rId28"/>
    </p:embeddedFont>
    <p:embeddedFont>
      <p:font typeface="Open Sans Bold" pitchFamily="2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4119523"/>
            <a:ext cx="4394015" cy="2670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200100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562117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4200100"/>
            <a:ext cx="335943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6" y="4581167"/>
            <a:ext cx="335943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10477" y="4964032"/>
            <a:ext cx="335942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10476" y="5340438"/>
            <a:ext cx="34546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10476" y="5723303"/>
            <a:ext cx="34546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6109871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511610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2590800" y="4950656"/>
            <a:ext cx="335199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5334616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5727006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6109871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2925999" y="4119523"/>
            <a:ext cx="3679400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288</Words>
  <Application>Microsoft Office PowerPoint</Application>
  <PresentationFormat>Custom</PresentationFormat>
  <Paragraphs>80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Calibri</vt:lpstr>
      <vt:lpstr>Open Sans Bold</vt:lpstr>
      <vt:lpstr>Open Sans Bold Italics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15</cp:revision>
  <dcterms:created xsi:type="dcterms:W3CDTF">2006-08-16T00:00:00Z</dcterms:created>
  <dcterms:modified xsi:type="dcterms:W3CDTF">2026-06-30T20:16:38Z</dcterms:modified>
  <dc:identifier>DAHNTebemR0</dc:identifier>
</cp:coreProperties>
</file>