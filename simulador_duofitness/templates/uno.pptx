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4" r:id="rId17"/>
    <p:sldId id="271" r:id="rId18"/>
    <p:sldId id="275" r:id="rId19"/>
    <p:sldId id="277" r:id="rId20"/>
    <p:sldId id="283" r:id="rId21"/>
    <p:sldId id="279" r:id="rId22"/>
    <p:sldId id="280" r:id="rId23"/>
    <p:sldId id="281" r:id="rId24"/>
    <p:sldId id="282" r:id="rId25"/>
  </p:sldIdLst>
  <p:sldSz cx="18288000" cy="10287000"/>
  <p:notesSz cx="6858000" cy="9144000"/>
  <p:embeddedFontLst>
    <p:embeddedFont>
      <p:font typeface="Open Sans" panose="020B0606030504020204" pitchFamily="34" charset="0"/>
      <p:regular r:id="rId26"/>
      <p:bold r:id="rId27"/>
      <p:boldItalic r:id="rId28"/>
    </p:embeddedFont>
    <p:embeddedFont>
      <p:font typeface="Open Sans Bold" panose="020B0806030504020204" pitchFamily="34" charset="0"/>
      <p:bold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3074"/>
            <a:ext cx="4033669" cy="534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345068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 panose="020B0806030504020204" pitchFamily="34" charset="0"/>
              <a:ea typeface="Open Sans" panose="020B0806030504020204" pitchFamily="34" charset="0"/>
              <a:cs typeface="Open Sans" panose="020B0806030504020204" pitchFamily="34" charset="0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61FB7DA-1917-4C5A-22AA-31255EBBB9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9525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2446C5-7AA1-0DE9-BE32-3044898050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1" name="TextBox 3">
            <a:extLst>
              <a:ext uri="{FF2B5EF4-FFF2-40B4-BE49-F238E27FC236}">
                <a16:creationId xmlns:a16="http://schemas.microsoft.com/office/drawing/2014/main" id="{00D25E9D-CB8D-55DF-A742-FD3280B23F77}"/>
              </a:ext>
            </a:extLst>
          </p:cNvPr>
          <p:cNvSpPr txBox="1"/>
          <p:nvPr/>
        </p:nvSpPr>
        <p:spPr>
          <a:xfrm>
            <a:off x="7696200" y="7658100"/>
            <a:ext cx="11125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66300B2-8C1D-7104-206B-BD1F9407D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239000" y="7581900"/>
            <a:ext cx="12115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[ESTACAO_MULT]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631FD8B-B785-64CB-F1E6-6269E6EB1D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772400" y="76581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16EF8C7-0E87-66FE-16B6-5D3F074C5E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172200" y="6155677"/>
            <a:ext cx="10058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365299" y="8298802"/>
            <a:ext cx="9408101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EAC581-6BF0-D0F9-5400-9CCD99043F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705600" y="7658100"/>
            <a:ext cx="9829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A5891F4-6D9E-B29A-DD4E-DE2D94173A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5867400" y="6210300"/>
            <a:ext cx="10820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791200" y="8246790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8F0A85E-49CB-881A-28A0-E946A223BB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19885" y="5270903"/>
            <a:ext cx="8558315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0" y="7130499"/>
            <a:ext cx="8915400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610600" y="8913179"/>
            <a:ext cx="85344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256E0AB-7366-20CF-8897-AD5F0973A0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DCAF7C2-1342-DCB6-F945-0691F04B8E54}"/>
              </a:ext>
            </a:extLst>
          </p:cNvPr>
          <p:cNvSpPr txBox="1"/>
          <p:nvPr/>
        </p:nvSpPr>
        <p:spPr>
          <a:xfrm>
            <a:off x="6858000" y="6286500"/>
            <a:ext cx="8558315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C2E8AA-6B08-2D04-F78D-AC9E6043ED3D}"/>
              </a:ext>
            </a:extLst>
          </p:cNvPr>
          <p:cNvSpPr txBox="1"/>
          <p:nvPr/>
        </p:nvSpPr>
        <p:spPr>
          <a:xfrm>
            <a:off x="7467600" y="8251179"/>
            <a:ext cx="8558315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  <p:extLst>
      <p:ext uri="{BB962C8B-B14F-4D97-AF65-F5344CB8AC3E}">
        <p14:creationId xmlns:p14="http://schemas.microsoft.com/office/powerpoint/2010/main" val="26058218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FCF21C4-18A6-5DF9-7FCF-28D5EF1004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686800" y="8222919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315200" y="6158838"/>
            <a:ext cx="11582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12877800" y="4127770"/>
            <a:ext cx="325897" cy="3504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387"/>
              </a:lnSpc>
            </a:pPr>
            <a:endParaRPr lang="en-US" sz="990" b="1" i="1" dirty="0">
              <a:solidFill>
                <a:srgbClr val="0000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2877800" y="4508837"/>
            <a:ext cx="325897" cy="3504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387"/>
              </a:lnSpc>
            </a:pPr>
            <a:endParaRPr lang="en-US" sz="990" b="1" i="1" dirty="0">
              <a:solidFill>
                <a:srgbClr val="0000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12877800" y="4891702"/>
            <a:ext cx="325897" cy="3504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387"/>
              </a:lnSpc>
            </a:pPr>
            <a:endParaRPr lang="en-US" sz="990" b="1" i="1" dirty="0">
              <a:solidFill>
                <a:srgbClr val="0000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2877800" y="5274567"/>
            <a:ext cx="325897" cy="3504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387"/>
              </a:lnSpc>
            </a:pPr>
            <a:endParaRPr lang="en-US" sz="990" b="1" i="1" dirty="0">
              <a:solidFill>
                <a:srgbClr val="0000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</p:txBody>
      </p:sp>
      <p:grpSp>
        <p:nvGrpSpPr>
          <p:cNvPr id="58" name="Group 58"/>
          <p:cNvGrpSpPr/>
          <p:nvPr/>
        </p:nvGrpSpPr>
        <p:grpSpPr>
          <a:xfrm>
            <a:off x="6605400" y="2472975"/>
            <a:ext cx="5154571" cy="980717"/>
            <a:chOff x="0" y="0"/>
            <a:chExt cx="1357582" cy="258296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1357582" cy="258296"/>
            </a:xfrm>
            <a:custGeom>
              <a:avLst/>
              <a:gdLst/>
              <a:ahLst/>
              <a:cxnLst/>
              <a:rect l="l" t="t" r="r" b="b"/>
              <a:pathLst>
                <a:path w="1357582" h="258296">
                  <a:moveTo>
                    <a:pt x="0" y="0"/>
                  </a:moveTo>
                  <a:lnTo>
                    <a:pt x="1357582" y="0"/>
                  </a:lnTo>
                  <a:lnTo>
                    <a:pt x="135758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38100"/>
              <a:ext cx="135758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63" name="TextBox 63"/>
          <p:cNvSpPr txBox="1"/>
          <p:nvPr/>
        </p:nvSpPr>
        <p:spPr>
          <a:xfrm>
            <a:off x="7020766" y="2419315"/>
            <a:ext cx="4485434" cy="91877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4800" b="1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Bold Italics"/>
              </a:rPr>
              <a:t>COMBO UNO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890AD9B-4CF0-2D52-8E59-0E6DA92C466E}"/>
              </a:ext>
            </a:extLst>
          </p:cNvPr>
          <p:cNvSpPr txBox="1"/>
          <p:nvPr/>
        </p:nvSpPr>
        <p:spPr>
          <a:xfrm>
            <a:off x="3149371" y="4170482"/>
            <a:ext cx="6400800" cy="29090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- [ESTEIRA]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- [BIKE_KIKOS]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Estação Multifuncional - [ESTACAO_MULT]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171062-2014-DD18-6968-266C90EAA782}"/>
              </a:ext>
            </a:extLst>
          </p:cNvPr>
          <p:cNvSpPr txBox="1"/>
          <p:nvPr/>
        </p:nvSpPr>
        <p:spPr>
          <a:xfrm>
            <a:off x="12726581" y="4268331"/>
            <a:ext cx="4113619" cy="4026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[EXTRAS]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491BEF-95D1-B6A3-2778-5DA437627314}"/>
              </a:ext>
            </a:extLst>
          </p:cNvPr>
          <p:cNvSpPr txBox="1"/>
          <p:nvPr/>
        </p:nvSpPr>
        <p:spPr>
          <a:xfrm>
            <a:off x="8458200" y="4229100"/>
            <a:ext cx="64008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124676" cy="1432097"/>
            <a:chOff x="0" y="0"/>
            <a:chExt cx="1876458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76458" cy="377178"/>
            </a:xfrm>
            <a:custGeom>
              <a:avLst/>
              <a:gdLst/>
              <a:ahLst/>
              <a:cxnLst/>
              <a:rect l="l" t="t" r="r" b="b"/>
              <a:pathLst>
                <a:path w="1876458" h="377178">
                  <a:moveTo>
                    <a:pt x="0" y="0"/>
                  </a:moveTo>
                  <a:lnTo>
                    <a:pt x="1876458" y="0"/>
                  </a:lnTo>
                  <a:lnTo>
                    <a:pt x="1876458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76458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3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62600" y="3009900"/>
            <a:ext cx="3946316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214689" y="4254328"/>
            <a:ext cx="3579591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2810" y="1638300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A374C91-F5F7-0D9B-9A12-5F4BEA9B1C57}"/>
              </a:ext>
            </a:extLst>
          </p:cNvPr>
          <p:cNvSpPr txBox="1"/>
          <p:nvPr/>
        </p:nvSpPr>
        <p:spPr>
          <a:xfrm>
            <a:off x="9635939" y="7886700"/>
            <a:ext cx="9144000" cy="1249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326</Words>
  <Application>Microsoft Office PowerPoint</Application>
  <PresentationFormat>Custom</PresentationFormat>
  <Paragraphs>58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Open Sans</vt:lpstr>
      <vt:lpstr>Arial</vt:lpstr>
      <vt:lpstr>Open Sans Bold</vt:lpstr>
      <vt:lpstr>Open Sans Bold Italics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UNO</dc:title>
  <dc:creator>Victor Barros</dc:creator>
  <cp:lastModifiedBy>Victor Barros</cp:lastModifiedBy>
  <cp:revision>25</cp:revision>
  <dcterms:created xsi:type="dcterms:W3CDTF">2006-08-16T00:00:00Z</dcterms:created>
  <dcterms:modified xsi:type="dcterms:W3CDTF">2026-08-04T19:01:02Z</dcterms:modified>
  <dc:identifier>DAHNTebemR0</dc:identifier>
</cp:coreProperties>
</file>