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anose="020B0806030504020204" pitchFamily="34" charset="0"/>
      <p:regular r:id="rId26"/>
      <p:bold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7800" y="4127770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877800" y="450883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877800" y="4891702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877800" y="527456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149371" y="4170482"/>
            <a:ext cx="6400800" cy="2909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Estação Multifuncional - [ESTACAO_MULT]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2726581" y="4268331"/>
            <a:ext cx="4113619" cy="402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91BEF-95D1-B6A3-2778-5DA437627314}"/>
              </a:ext>
            </a:extLst>
          </p:cNvPr>
          <p:cNvSpPr txBox="1"/>
          <p:nvPr/>
        </p:nvSpPr>
        <p:spPr>
          <a:xfrm>
            <a:off x="8458200" y="4229100"/>
            <a:ext cx="64008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326</Words>
  <Application>Microsoft Office PowerPoint</Application>
  <PresentationFormat>Custom</PresentationFormat>
  <Paragraphs>58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Open Sans</vt:lpstr>
      <vt:lpstr>Calibri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24</cp:revision>
  <dcterms:created xsi:type="dcterms:W3CDTF">2006-08-16T00:00:00Z</dcterms:created>
  <dcterms:modified xsi:type="dcterms:W3CDTF">2026-08-04T17:58:41Z</dcterms:modified>
  <dc:identifier>DAHNTebemR0</dc:identifier>
</cp:coreProperties>
</file>