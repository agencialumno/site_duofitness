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itchFamily="2" charset="0"/>
      <p:regular r:id="rId26"/>
      <p:bold r:id="rId27"/>
      <p:boldItalic r:id="rId28"/>
    </p:embeddedFont>
    <p:embeddedFont>
      <p:font typeface="Open Sans Bold" pitchFamily="2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405000" y="4354306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0526729" y="4329785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323</Words>
  <Application>Microsoft Office PowerPoint</Application>
  <PresentationFormat>Custom</PresentationFormat>
  <Paragraphs>57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</vt:lpstr>
      <vt:lpstr>Calibri</vt:lpstr>
      <vt:lpstr>Open Sans Bold</vt:lpstr>
      <vt:lpstr>Open Sans Bold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22</cp:revision>
  <dcterms:created xsi:type="dcterms:W3CDTF">2006-08-16T00:00:00Z</dcterms:created>
  <dcterms:modified xsi:type="dcterms:W3CDTF">2026-07-20T20:59:07Z</dcterms:modified>
  <dc:identifier>DAHNTebemR0</dc:identifier>
</cp:coreProperties>
</file>