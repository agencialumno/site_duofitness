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8288000" cy="10287000"/>
  <p:notesSz cx="6858000" cy="9144000"/>
  <p:embeddedFontLst>
    <p:embeddedFont>
      <p:font typeface="Open Sans" pitchFamily="2" charset="0"/>
      <p:regular r:id="rId29"/>
      <p:bold r:id="rId30"/>
      <p:boldItalic r:id="rId31"/>
    </p:embeddedFont>
    <p:embeddedFont>
      <p:font typeface="Open Sans Bold" pitchFamily="2" charset="0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553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43916" y="8892868"/>
            <a:ext cx="687708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934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391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162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06171" y="6170086"/>
            <a:ext cx="828622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849370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100 kg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518318" y="6208863"/>
            <a:ext cx="6797882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518318" y="8298802"/>
            <a:ext cx="7026482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532999" y="5341070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42624" y="7222257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23686" y="8958028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543317" y="6290043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05292" y="8379779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71277" y="8213077"/>
            <a:ext cx="6925723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901869" y="6158839"/>
            <a:ext cx="666173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6109871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251</Words>
  <Application>Microsoft Office PowerPoint</Application>
  <PresentationFormat>Custom</PresentationFormat>
  <Paragraphs>85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Open Sans</vt:lpstr>
      <vt:lpstr>Calibri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11</cp:revision>
  <dcterms:created xsi:type="dcterms:W3CDTF">2006-08-16T00:00:00Z</dcterms:created>
  <dcterms:modified xsi:type="dcterms:W3CDTF">2026-06-30T16:00:54Z</dcterms:modified>
  <dc:identifier>DAHNTebemR0</dc:identifier>
</cp:coreProperties>
</file>