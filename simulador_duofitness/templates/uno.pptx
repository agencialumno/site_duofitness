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1" r:id="rId18"/>
    <p:sldId id="275" r:id="rId19"/>
    <p:sldId id="277" r:id="rId20"/>
    <p:sldId id="283" r:id="rId21"/>
    <p:sldId id="279" r:id="rId22"/>
    <p:sldId id="280" r:id="rId23"/>
    <p:sldId id="281" r:id="rId24"/>
    <p:sldId id="282" r:id="rId25"/>
  </p:sldIdLst>
  <p:sldSz cx="18288000" cy="10287000"/>
  <p:notesSz cx="6858000" cy="9144000"/>
  <p:embeddedFontLst>
    <p:embeddedFont>
      <p:font typeface="Open Sans" pitchFamily="2" charset="0"/>
      <p:regular r:id="rId26"/>
      <p:bold r:id="rId27"/>
      <p:boldItalic r:id="rId28"/>
    </p:embeddedFont>
    <p:embeddedFont>
      <p:font typeface="Open Sans Bold" pitchFamily="2" charset="0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3074"/>
            <a:ext cx="4033669" cy="53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25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4345068" cy="372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dirty="0" err="1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Validade</a:t>
            </a:r>
            <a:r>
              <a:rPr lang="en-US" sz="2230" dirty="0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 da </a:t>
            </a:r>
            <a:r>
              <a:rPr lang="en-US" sz="2230" dirty="0" err="1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proposta</a:t>
            </a:r>
            <a:r>
              <a:rPr lang="en-US" sz="2230" dirty="0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: 10 </a:t>
            </a:r>
            <a:r>
              <a:rPr lang="en-US" sz="2230" dirty="0" err="1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dias</a:t>
            </a:r>
            <a:endParaRPr lang="en-US" sz="2230" dirty="0">
              <a:solidFill>
                <a:srgbClr val="FFFFFF"/>
              </a:solidFill>
              <a:latin typeface="Open Sans" panose="020B0806030504020204" pitchFamily="34" charset="0"/>
              <a:ea typeface="Open Sans" panose="020B0806030504020204" pitchFamily="34" charset="0"/>
              <a:cs typeface="Open Sans" panose="020B0806030504020204" pitchFamily="34" charset="0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1FB7DA-1917-4C5A-22AA-31255EBBB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95250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[ESTEIRA]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9FBCB4-318E-E3B3-E6D0-4DE43BEB7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00D25E9D-CB8D-55DF-A742-FD3280B23F77}"/>
              </a:ext>
            </a:extLst>
          </p:cNvPr>
          <p:cNvSpPr txBox="1"/>
          <p:nvPr/>
        </p:nvSpPr>
        <p:spPr>
          <a:xfrm>
            <a:off x="7696200" y="7658100"/>
            <a:ext cx="111252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[BIKE_KIKOS]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6300B2-8C1D-7104-206B-BD1F9407D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239000" y="7581900"/>
            <a:ext cx="12115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[ESTACAO_MULT]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31FD8B-B785-64CB-F1E6-6269E6EB1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772400" y="7658100"/>
            <a:ext cx="11353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[BANCO_MULT]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6EF8C7-0E87-66FE-16B6-5D3F074C5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172200" y="6155677"/>
            <a:ext cx="100584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[HALTER]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65299" y="8298802"/>
            <a:ext cx="9408101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[ANILHA]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EAC581-6BF0-D0F9-5400-9CCD99043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705600" y="7658100"/>
            <a:ext cx="9829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[BARRA_W]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5891F4-6D9E-B29A-DD4E-DE2D94173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867400" y="6210300"/>
            <a:ext cx="108204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[SUP_BARRA]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91200" y="8246790"/>
            <a:ext cx="110490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[SUP_HALTER]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F0A85E-49CB-881A-28A0-E946A223B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519885" y="5270903"/>
            <a:ext cx="8558315" cy="85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[TRI_SERG]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0" y="7130499"/>
            <a:ext cx="8915400" cy="85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[CORDA_SERG]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10600" y="8913179"/>
            <a:ext cx="85344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[PUX_ROMA]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56E0AB-7366-20CF-8897-AD5F0973A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CAF7C2-1342-DCB6-F945-0691F04B8E54}"/>
              </a:ext>
            </a:extLst>
          </p:cNvPr>
          <p:cNvSpPr txBox="1"/>
          <p:nvPr/>
        </p:nvSpPr>
        <p:spPr>
          <a:xfrm>
            <a:off x="6858000" y="6286500"/>
            <a:ext cx="8558315" cy="85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[PUX_RETO]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2E8AA-6B08-2D04-F78D-AC9E6043ED3D}"/>
              </a:ext>
            </a:extLst>
          </p:cNvPr>
          <p:cNvSpPr txBox="1"/>
          <p:nvPr/>
        </p:nvSpPr>
        <p:spPr>
          <a:xfrm>
            <a:off x="7467600" y="8251179"/>
            <a:ext cx="8558315" cy="85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[PUX_TORNO]</a:t>
            </a:r>
          </a:p>
        </p:txBody>
      </p:sp>
    </p:spTree>
    <p:extLst>
      <p:ext uri="{BB962C8B-B14F-4D97-AF65-F5344CB8AC3E}">
        <p14:creationId xmlns:p14="http://schemas.microsoft.com/office/powerpoint/2010/main" val="2605821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CF21C4-18A6-5DF9-7FCF-28D5EF100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686800" y="8222919"/>
            <a:ext cx="102108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[STEP_LIGHT]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158838"/>
            <a:ext cx="11582400" cy="1041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[COLCHONETE]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877800" y="4127770"/>
            <a:ext cx="325897" cy="3504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 lang="en-US" sz="990" b="1" i="1" dirty="0">
              <a:solidFill>
                <a:srgbClr val="0000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877800" y="4508837"/>
            <a:ext cx="325897" cy="3504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 lang="en-US" sz="990" b="1" i="1" dirty="0">
              <a:solidFill>
                <a:srgbClr val="0000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877800" y="4891702"/>
            <a:ext cx="325897" cy="3504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 lang="en-US" sz="990" b="1" i="1" dirty="0">
              <a:solidFill>
                <a:srgbClr val="0000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77800" y="5274567"/>
            <a:ext cx="325897" cy="3504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387"/>
              </a:lnSpc>
            </a:pPr>
            <a:endParaRPr lang="en-US" sz="990" b="1" i="1" dirty="0">
              <a:solidFill>
                <a:srgbClr val="0000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</p:txBody>
      </p:sp>
      <p:grpSp>
        <p:nvGrpSpPr>
          <p:cNvPr id="58" name="Group 58"/>
          <p:cNvGrpSpPr/>
          <p:nvPr/>
        </p:nvGrpSpPr>
        <p:grpSpPr>
          <a:xfrm>
            <a:off x="6605400" y="2472975"/>
            <a:ext cx="5154571" cy="980717"/>
            <a:chOff x="0" y="0"/>
            <a:chExt cx="1357582" cy="25829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357582" cy="258296"/>
            </a:xfrm>
            <a:custGeom>
              <a:avLst/>
              <a:gdLst/>
              <a:ahLst/>
              <a:cxnLst/>
              <a:rect l="l" t="t" r="r" b="b"/>
              <a:pathLst>
                <a:path w="1357582" h="258296">
                  <a:moveTo>
                    <a:pt x="0" y="0"/>
                  </a:moveTo>
                  <a:lnTo>
                    <a:pt x="1357582" y="0"/>
                  </a:lnTo>
                  <a:lnTo>
                    <a:pt x="135758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35758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7020766" y="2419315"/>
            <a:ext cx="4485434" cy="91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48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COMBO UNO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90AD9B-4CF0-2D52-8E59-0E6DA92C466E}"/>
              </a:ext>
            </a:extLst>
          </p:cNvPr>
          <p:cNvSpPr txBox="1"/>
          <p:nvPr/>
        </p:nvSpPr>
        <p:spPr>
          <a:xfrm>
            <a:off x="3149371" y="4170482"/>
            <a:ext cx="6400800" cy="290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Esteira - [ESTEIRA]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Bike - [BIKE_KIKOS]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Estação Multifuncional - [ESTACAO_MULT]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Banco Multi Posições - [BANCO_MULT]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Anilha 10kg - [ANILHA]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Barra W - [BARRA_W]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Halter 10kg - [HALTER]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Barras - [SUP_BARRA]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Suporte para Halteres - [SUP_HALTER]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171062-2014-DD18-6968-266C90EAA782}"/>
              </a:ext>
            </a:extLst>
          </p:cNvPr>
          <p:cNvSpPr txBox="1"/>
          <p:nvPr/>
        </p:nvSpPr>
        <p:spPr>
          <a:xfrm>
            <a:off x="12726581" y="4268331"/>
            <a:ext cx="4113619" cy="402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[EXTRAS]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91BEF-95D1-B6A3-2778-5DA437627314}"/>
              </a:ext>
            </a:extLst>
          </p:cNvPr>
          <p:cNvSpPr txBox="1"/>
          <p:nvPr/>
        </p:nvSpPr>
        <p:spPr>
          <a:xfrm>
            <a:off x="8458200" y="4229100"/>
            <a:ext cx="6400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Reto - [PUX_RETO]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Corda - [CORDA_SERG]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Romano - [PUX_ROMA]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Tornozelo - [PUX_TORNO]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Puxador Triângulo - [TRI_SERG]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Step Light - [STEP_LIGHT]</a:t>
            </a:r>
          </a:p>
          <a:p>
            <a:r>
              <a:rPr lang="pt-BR" sz="2000" dirty="0">
                <a:latin typeface="Open Sans Bold" pitchFamily="2" charset="0"/>
                <a:ea typeface="Open Sans Bold" pitchFamily="2" charset="0"/>
                <a:cs typeface="Open Sans Bold" pitchFamily="2" charset="0"/>
              </a:rPr>
              <a:t>Colchonete - [COLCHONETE]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124676" cy="1432097"/>
            <a:chOff x="0" y="0"/>
            <a:chExt cx="1876458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458" cy="377178"/>
            </a:xfrm>
            <a:custGeom>
              <a:avLst/>
              <a:gdLst/>
              <a:ahLst/>
              <a:cxnLst/>
              <a:rect l="l" t="t" r="r" b="b"/>
              <a:pathLst>
                <a:path w="1876458" h="377178">
                  <a:moveTo>
                    <a:pt x="0" y="0"/>
                  </a:moveTo>
                  <a:lnTo>
                    <a:pt x="1876458" y="0"/>
                  </a:lnTo>
                  <a:lnTo>
                    <a:pt x="1876458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76458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0" y="5829300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62600" y="3009900"/>
            <a:ext cx="3946316" cy="505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4689" y="4254328"/>
            <a:ext cx="3579591" cy="103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72810" y="1638300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374C91-F5F7-0D9B-9A12-5F4BEA9B1C57}"/>
              </a:ext>
            </a:extLst>
          </p:cNvPr>
          <p:cNvSpPr txBox="1"/>
          <p:nvPr/>
        </p:nvSpPr>
        <p:spPr>
          <a:xfrm>
            <a:off x="9635939" y="7886700"/>
            <a:ext cx="9144000" cy="1249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Período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Promocional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[PROMO_MES]</a:t>
            </a:r>
            <a:b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</a:b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- [PROMO_VALOR]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F82FBD7-03F0-B9F9-99AE-209D7A303793}"/>
              </a:ext>
            </a:extLst>
          </p:cNvPr>
          <p:cNvSpPr txBox="1"/>
          <p:nvPr/>
        </p:nvSpPr>
        <p:spPr>
          <a:xfrm>
            <a:off x="9670026" y="3898574"/>
            <a:ext cx="7395990" cy="116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F441BD5-3B79-D347-25A5-3B5BB78C394D}"/>
              </a:ext>
            </a:extLst>
          </p:cNvPr>
          <p:cNvSpPr txBox="1"/>
          <p:nvPr/>
        </p:nvSpPr>
        <p:spPr>
          <a:xfrm>
            <a:off x="9670026" y="1506794"/>
            <a:ext cx="7395990" cy="195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"/>
                <a:ea typeface="Open Sans"/>
                <a:cs typeface="Open Sans"/>
                <a:sym typeface="Open Sans"/>
              </a:rPr>
              <a:t>[UNIDADES]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[PRAZO]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99E8C4-5464-43E7-DB9F-F8C74424F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326</Words>
  <Application>Microsoft Office PowerPoint</Application>
  <PresentationFormat>Custom</PresentationFormat>
  <Paragraphs>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Open Sans</vt:lpstr>
      <vt:lpstr>Open Sans Bold</vt:lpstr>
      <vt:lpstr>Calibri</vt:lpstr>
      <vt:lpstr>Open Sans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UNO</dc:title>
  <dc:creator>Victor Barros</dc:creator>
  <cp:lastModifiedBy>Victor Barros</cp:lastModifiedBy>
  <cp:revision>30</cp:revision>
  <dcterms:created xsi:type="dcterms:W3CDTF">2006-08-16T00:00:00Z</dcterms:created>
  <dcterms:modified xsi:type="dcterms:W3CDTF">2026-10-19T18:39:28Z</dcterms:modified>
  <dc:identifier>DAHNTebemR0</dc:identifier>
</cp:coreProperties>
</file>