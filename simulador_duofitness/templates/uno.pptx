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4" r:id="rId17"/>
    <p:sldId id="271" r:id="rId18"/>
    <p:sldId id="275" r:id="rId19"/>
    <p:sldId id="277" r:id="rId20"/>
    <p:sldId id="283" r:id="rId21"/>
    <p:sldId id="279" r:id="rId22"/>
    <p:sldId id="280" r:id="rId23"/>
    <p:sldId id="284" r:id="rId24"/>
    <p:sldId id="281" r:id="rId25"/>
    <p:sldId id="282" r:id="rId26"/>
  </p:sldIdLst>
  <p:sldSz cx="18288000" cy="10287000"/>
  <p:notesSz cx="6858000" cy="9144000"/>
  <p:embeddedFontLst>
    <p:embeddedFont>
      <p:font typeface="Open Sans" panose="020B0806030504020204" pitchFamily="34" charset="0"/>
      <p:regular r:id="rId27"/>
      <p:bold r:id="rId28"/>
      <p:boldItalic r:id="rId2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1.fntdata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989874" y="5415783"/>
            <a:ext cx="4345068" cy="826209"/>
            <a:chOff x="0" y="0"/>
            <a:chExt cx="1437020" cy="27324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783941" y="5415783"/>
            <a:ext cx="4345068" cy="826209"/>
            <a:chOff x="0" y="0"/>
            <a:chExt cx="1437020" cy="27324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2897064" y="5523074"/>
            <a:ext cx="4033669" cy="5348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662"/>
              </a:lnSpc>
            </a:pPr>
            <a:r>
              <a:rPr lang="en-US" sz="25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89874" y="6368859"/>
            <a:ext cx="4345068" cy="3720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122"/>
              </a:lnSpc>
            </a:pPr>
            <a:r>
              <a:rPr lang="en-US" sz="2230" dirty="0" err="1">
                <a:solidFill>
                  <a:srgbClr val="FFFFFF"/>
                </a:solidFill>
                <a:latin typeface="Open Sans" panose="020B0806030504020204" pitchFamily="34" charset="0"/>
                <a:ea typeface="Open Sans" panose="020B0806030504020204" pitchFamily="34" charset="0"/>
                <a:cs typeface="Open Sans" panose="020B0806030504020204" pitchFamily="34" charset="0"/>
                <a:sym typeface="Open Sans"/>
              </a:rPr>
              <a:t>Validade</a:t>
            </a:r>
            <a:r>
              <a:rPr lang="en-US" sz="2230" dirty="0">
                <a:solidFill>
                  <a:srgbClr val="FFFFFF"/>
                </a:solidFill>
                <a:latin typeface="Open Sans" panose="020B0806030504020204" pitchFamily="34" charset="0"/>
                <a:ea typeface="Open Sans" panose="020B0806030504020204" pitchFamily="34" charset="0"/>
                <a:cs typeface="Open Sans" panose="020B0806030504020204" pitchFamily="34" charset="0"/>
                <a:sym typeface="Open Sans"/>
              </a:rPr>
              <a:t> da </a:t>
            </a:r>
            <a:r>
              <a:rPr lang="en-US" sz="2230" dirty="0" err="1">
                <a:solidFill>
                  <a:srgbClr val="FFFFFF"/>
                </a:solidFill>
                <a:latin typeface="Open Sans" panose="020B0806030504020204" pitchFamily="34" charset="0"/>
                <a:ea typeface="Open Sans" panose="020B0806030504020204" pitchFamily="34" charset="0"/>
                <a:cs typeface="Open Sans" panose="020B0806030504020204" pitchFamily="34" charset="0"/>
                <a:sym typeface="Open Sans"/>
              </a:rPr>
              <a:t>proposta</a:t>
            </a:r>
            <a:r>
              <a:rPr lang="en-US" sz="2230" dirty="0">
                <a:solidFill>
                  <a:srgbClr val="FFFFFF"/>
                </a:solidFill>
                <a:latin typeface="Open Sans" panose="020B0806030504020204" pitchFamily="34" charset="0"/>
                <a:ea typeface="Open Sans" panose="020B0806030504020204" pitchFamily="34" charset="0"/>
                <a:cs typeface="Open Sans" panose="020B0806030504020204" pitchFamily="34" charset="0"/>
                <a:sym typeface="Open Sans"/>
              </a:rPr>
              <a:t>: 10 </a:t>
            </a:r>
            <a:r>
              <a:rPr lang="en-US" sz="2230" dirty="0" err="1">
                <a:solidFill>
                  <a:srgbClr val="FFFFFF"/>
                </a:solidFill>
                <a:latin typeface="Open Sans" panose="020B0806030504020204" pitchFamily="34" charset="0"/>
                <a:ea typeface="Open Sans" panose="020B0806030504020204" pitchFamily="34" charset="0"/>
                <a:cs typeface="Open Sans" panose="020B0806030504020204" pitchFamily="34" charset="0"/>
                <a:sym typeface="Open Sans"/>
              </a:rPr>
              <a:t>dias</a:t>
            </a:r>
            <a:endParaRPr lang="en-US" sz="2230" dirty="0">
              <a:solidFill>
                <a:srgbClr val="FFFFFF"/>
              </a:solidFill>
              <a:latin typeface="Open Sans" panose="020B0806030504020204" pitchFamily="34" charset="0"/>
              <a:ea typeface="Open Sans" panose="020B0806030504020204" pitchFamily="34" charset="0"/>
              <a:cs typeface="Open Sans" panose="020B0806030504020204" pitchFamily="34" charset="0"/>
              <a:sym typeface="Open Sans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1157720" y="5508677"/>
            <a:ext cx="1530522" cy="573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62"/>
              </a:lnSpc>
            </a:pPr>
            <a:r>
              <a:rPr lang="en-US" sz="3330" b="1" i="1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Cliente: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4000" y="7636273"/>
            <a:ext cx="95250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[ESTEIRA]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62446C5-7AA1-0DE9-BE32-3044898050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11" name="TextBox 3">
            <a:extLst>
              <a:ext uri="{FF2B5EF4-FFF2-40B4-BE49-F238E27FC236}">
                <a16:creationId xmlns:a16="http://schemas.microsoft.com/office/drawing/2014/main" id="{00D25E9D-CB8D-55DF-A742-FD3280B23F77}"/>
              </a:ext>
            </a:extLst>
          </p:cNvPr>
          <p:cNvSpPr txBox="1"/>
          <p:nvPr/>
        </p:nvSpPr>
        <p:spPr>
          <a:xfrm>
            <a:off x="7696200" y="7658100"/>
            <a:ext cx="11125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[BIKE_KIKOS]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66300B2-8C1D-7104-206B-BD1F9407D5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239000" y="7581900"/>
            <a:ext cx="12115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[ESTACAO_MULT]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631FD8B-B785-64CB-F1E6-6269E6EB1D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772400" y="7658100"/>
            <a:ext cx="11353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[BANCO_MULT]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16EF8C7-0E87-66FE-16B6-5D3F074C5E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6172200" y="6155677"/>
            <a:ext cx="100584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[HALTER]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365299" y="8298802"/>
            <a:ext cx="9408101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[ANILHA]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DEAC581-6BF0-D0F9-5400-9CCD99043F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6705600" y="7658100"/>
            <a:ext cx="9829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[BARRA_W]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A5891F4-6D9E-B29A-DD4E-DE2D94173A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5867400" y="6210300"/>
            <a:ext cx="108204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[SUP_BARRA]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5791200" y="8246790"/>
            <a:ext cx="11049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[SUP_HALTER]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8F0A85E-49CB-881A-28A0-E946A223BB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519885" y="5270903"/>
            <a:ext cx="8558315" cy="85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4900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49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[TRI_SERG]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0" y="7130499"/>
            <a:ext cx="8915400" cy="85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4900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49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[CORDA_SERG]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610600" y="8913179"/>
            <a:ext cx="85344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4900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49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[PUX_ROMA]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256E0AB-7366-20CF-8897-AD5F0973A0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DCAF7C2-1342-DCB6-F945-0691F04B8E54}"/>
              </a:ext>
            </a:extLst>
          </p:cNvPr>
          <p:cNvSpPr txBox="1"/>
          <p:nvPr/>
        </p:nvSpPr>
        <p:spPr>
          <a:xfrm>
            <a:off x="6858000" y="6286500"/>
            <a:ext cx="8558315" cy="85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4900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49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[PUX_RETO]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C2E8AA-6B08-2D04-F78D-AC9E6043ED3D}"/>
              </a:ext>
            </a:extLst>
          </p:cNvPr>
          <p:cNvSpPr txBox="1"/>
          <p:nvPr/>
        </p:nvSpPr>
        <p:spPr>
          <a:xfrm>
            <a:off x="7467600" y="8251179"/>
            <a:ext cx="8558315" cy="85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4900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49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[PUX_TORNO]</a:t>
            </a:r>
          </a:p>
        </p:txBody>
      </p:sp>
    </p:spTree>
    <p:extLst>
      <p:ext uri="{BB962C8B-B14F-4D97-AF65-F5344CB8AC3E}">
        <p14:creationId xmlns:p14="http://schemas.microsoft.com/office/powerpoint/2010/main" val="26058218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FCF21C4-18A6-5DF9-7FCF-28D5EF1004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8686800" y="8222919"/>
            <a:ext cx="10210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[STEP_LIGHT]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315200" y="6158838"/>
            <a:ext cx="115824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[COLCHONETE]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15" name="TextBox 15"/>
          <p:cNvSpPr txBox="1"/>
          <p:nvPr/>
        </p:nvSpPr>
        <p:spPr>
          <a:xfrm>
            <a:off x="12877800" y="4127770"/>
            <a:ext cx="325897" cy="350420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1387"/>
              </a:lnSpc>
            </a:pPr>
            <a:endParaRPr lang="en-US" sz="990" b="1" i="1" dirty="0">
              <a:solidFill>
                <a:srgbClr val="0000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12877800" y="4508837"/>
            <a:ext cx="325897" cy="350420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1387"/>
              </a:lnSpc>
            </a:pPr>
            <a:endParaRPr lang="en-US" sz="990" b="1" i="1" dirty="0">
              <a:solidFill>
                <a:srgbClr val="0000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12877800" y="4891702"/>
            <a:ext cx="325897" cy="350420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1387"/>
              </a:lnSpc>
            </a:pPr>
            <a:endParaRPr lang="en-US" sz="990" b="1" i="1" dirty="0">
              <a:solidFill>
                <a:srgbClr val="0000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</p:txBody>
      </p:sp>
      <p:sp>
        <p:nvSpPr>
          <p:cNvPr id="24" name="TextBox 24"/>
          <p:cNvSpPr txBox="1"/>
          <p:nvPr/>
        </p:nvSpPr>
        <p:spPr>
          <a:xfrm>
            <a:off x="12877800" y="5274567"/>
            <a:ext cx="325897" cy="350420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1387"/>
              </a:lnSpc>
            </a:pPr>
            <a:endParaRPr lang="en-US" sz="990" b="1" i="1" dirty="0">
              <a:solidFill>
                <a:srgbClr val="0000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</p:txBody>
      </p:sp>
      <p:grpSp>
        <p:nvGrpSpPr>
          <p:cNvPr id="58" name="Group 58"/>
          <p:cNvGrpSpPr/>
          <p:nvPr/>
        </p:nvGrpSpPr>
        <p:grpSpPr>
          <a:xfrm>
            <a:off x="6605400" y="2472975"/>
            <a:ext cx="5154571" cy="980717"/>
            <a:chOff x="0" y="0"/>
            <a:chExt cx="1357582" cy="258296"/>
          </a:xfrm>
        </p:grpSpPr>
        <p:sp>
          <p:nvSpPr>
            <p:cNvPr id="59" name="Freeform 59"/>
            <p:cNvSpPr/>
            <p:nvPr/>
          </p:nvSpPr>
          <p:spPr>
            <a:xfrm>
              <a:off x="0" y="0"/>
              <a:ext cx="1357582" cy="258296"/>
            </a:xfrm>
            <a:custGeom>
              <a:avLst/>
              <a:gdLst/>
              <a:ahLst/>
              <a:cxnLst/>
              <a:rect l="l" t="t" r="r" b="b"/>
              <a:pathLst>
                <a:path w="1357582" h="258296">
                  <a:moveTo>
                    <a:pt x="0" y="0"/>
                  </a:moveTo>
                  <a:lnTo>
                    <a:pt x="1357582" y="0"/>
                  </a:lnTo>
                  <a:lnTo>
                    <a:pt x="1357582" y="258296"/>
                  </a:lnTo>
                  <a:lnTo>
                    <a:pt x="0" y="258296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0" name="TextBox 60"/>
            <p:cNvSpPr txBox="1"/>
            <p:nvPr/>
          </p:nvSpPr>
          <p:spPr>
            <a:xfrm>
              <a:off x="0" y="-38100"/>
              <a:ext cx="1357582" cy="2963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63" name="TextBox 63"/>
          <p:cNvSpPr txBox="1"/>
          <p:nvPr/>
        </p:nvSpPr>
        <p:spPr>
          <a:xfrm>
            <a:off x="7020766" y="2419315"/>
            <a:ext cx="4485434" cy="91877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934"/>
              </a:lnSpc>
            </a:pPr>
            <a:r>
              <a:rPr lang="en-US" sz="4800" b="1" i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 Bold Italics"/>
              </a:rPr>
              <a:t>COMBO UNO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890AD9B-4CF0-2D52-8E59-0E6DA92C466E}"/>
              </a:ext>
            </a:extLst>
          </p:cNvPr>
          <p:cNvSpPr txBox="1"/>
          <p:nvPr/>
        </p:nvSpPr>
        <p:spPr>
          <a:xfrm>
            <a:off x="3405000" y="4354306"/>
            <a:ext cx="6400800" cy="29090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Esteira - [ESTEIRA]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Bike - [BIKE_KIKOS]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Estação Multifuncional - [ESTACAO_MULT]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Banco Multi Posições - [BANCO_MULT]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Anilha 10kg - [ANILHA]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Barra W - [BARRA_W]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Halter 10kg - [HALTER]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Suporte para Barras - [SUP_BARRA]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Suporte para Halteres - [SUP_HALTER]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F171062-2014-DD18-6968-266C90EAA782}"/>
              </a:ext>
            </a:extLst>
          </p:cNvPr>
          <p:cNvSpPr txBox="1"/>
          <p:nvPr/>
        </p:nvSpPr>
        <p:spPr>
          <a:xfrm>
            <a:off x="10526729" y="4329785"/>
            <a:ext cx="640080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Reto - [PUX_RETO]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Corda - [CORDA_SERG]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Romano - [PUX_ROMA]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Tornozelo - [PUX_TORNO]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Triângulo - [TRI_SERG]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Step Light - [STEP_LIGHT]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Colchonete - [COLCHONETE]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2768D2-FC0A-1E57-786B-45FF4F3B8F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764C2E68-9509-F89B-BE25-6DDFE2B46331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9EE0DCA4-E9C6-19CF-99A4-2B3788D1B0A2}"/>
              </a:ext>
            </a:extLst>
          </p:cNvPr>
          <p:cNvSpPr txBox="1"/>
          <p:nvPr/>
        </p:nvSpPr>
        <p:spPr>
          <a:xfrm>
            <a:off x="12877800" y="4127770"/>
            <a:ext cx="325897" cy="350420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1387"/>
              </a:lnSpc>
            </a:pPr>
            <a:endParaRPr lang="en-US" sz="990" b="1" i="1" dirty="0">
              <a:solidFill>
                <a:srgbClr val="0000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C95C015A-E605-CF2C-2020-DDE1ABD45020}"/>
              </a:ext>
            </a:extLst>
          </p:cNvPr>
          <p:cNvSpPr txBox="1"/>
          <p:nvPr/>
        </p:nvSpPr>
        <p:spPr>
          <a:xfrm>
            <a:off x="12877800" y="4508837"/>
            <a:ext cx="325897" cy="350420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1387"/>
              </a:lnSpc>
            </a:pPr>
            <a:endParaRPr lang="en-US" sz="990" b="1" i="1" dirty="0">
              <a:solidFill>
                <a:srgbClr val="0000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E9FC7EA-A1A4-A0ED-9E94-7E64FD511BC5}"/>
              </a:ext>
            </a:extLst>
          </p:cNvPr>
          <p:cNvSpPr txBox="1"/>
          <p:nvPr/>
        </p:nvSpPr>
        <p:spPr>
          <a:xfrm>
            <a:off x="12877800" y="4891702"/>
            <a:ext cx="325897" cy="350420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1387"/>
              </a:lnSpc>
            </a:pPr>
            <a:endParaRPr lang="en-US" sz="990" b="1" i="1" dirty="0">
              <a:solidFill>
                <a:srgbClr val="0000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3AB776F1-B6AA-1FE8-5566-BEEBDEBE783C}"/>
              </a:ext>
            </a:extLst>
          </p:cNvPr>
          <p:cNvSpPr txBox="1"/>
          <p:nvPr/>
        </p:nvSpPr>
        <p:spPr>
          <a:xfrm>
            <a:off x="12877800" y="5274567"/>
            <a:ext cx="325897" cy="350420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1387"/>
              </a:lnSpc>
            </a:pPr>
            <a:endParaRPr lang="en-US" sz="990" b="1" i="1" dirty="0">
              <a:solidFill>
                <a:srgbClr val="0000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</p:txBody>
      </p:sp>
      <p:grpSp>
        <p:nvGrpSpPr>
          <p:cNvPr id="58" name="Group 58">
            <a:extLst>
              <a:ext uri="{FF2B5EF4-FFF2-40B4-BE49-F238E27FC236}">
                <a16:creationId xmlns:a16="http://schemas.microsoft.com/office/drawing/2014/main" id="{A3974981-F480-DC39-3103-7FAE80C01DDA}"/>
              </a:ext>
            </a:extLst>
          </p:cNvPr>
          <p:cNvGrpSpPr/>
          <p:nvPr/>
        </p:nvGrpSpPr>
        <p:grpSpPr>
          <a:xfrm>
            <a:off x="6605400" y="2472975"/>
            <a:ext cx="5154571" cy="980717"/>
            <a:chOff x="0" y="0"/>
            <a:chExt cx="1357582" cy="258296"/>
          </a:xfrm>
        </p:grpSpPr>
        <p:sp>
          <p:nvSpPr>
            <p:cNvPr id="59" name="Freeform 59">
              <a:extLst>
                <a:ext uri="{FF2B5EF4-FFF2-40B4-BE49-F238E27FC236}">
                  <a16:creationId xmlns:a16="http://schemas.microsoft.com/office/drawing/2014/main" id="{D908CD74-4417-C1D7-9F15-F53847448DD5}"/>
                </a:ext>
              </a:extLst>
            </p:cNvPr>
            <p:cNvSpPr/>
            <p:nvPr/>
          </p:nvSpPr>
          <p:spPr>
            <a:xfrm>
              <a:off x="0" y="0"/>
              <a:ext cx="1357582" cy="258296"/>
            </a:xfrm>
            <a:custGeom>
              <a:avLst/>
              <a:gdLst/>
              <a:ahLst/>
              <a:cxnLst/>
              <a:rect l="l" t="t" r="r" b="b"/>
              <a:pathLst>
                <a:path w="1357582" h="258296">
                  <a:moveTo>
                    <a:pt x="0" y="0"/>
                  </a:moveTo>
                  <a:lnTo>
                    <a:pt x="1357582" y="0"/>
                  </a:lnTo>
                  <a:lnTo>
                    <a:pt x="1357582" y="258296"/>
                  </a:lnTo>
                  <a:lnTo>
                    <a:pt x="0" y="258296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0" name="TextBox 60">
              <a:extLst>
                <a:ext uri="{FF2B5EF4-FFF2-40B4-BE49-F238E27FC236}">
                  <a16:creationId xmlns:a16="http://schemas.microsoft.com/office/drawing/2014/main" id="{7947AEB2-B98C-4228-4BE7-0B1CE5D7018E}"/>
                </a:ext>
              </a:extLst>
            </p:cNvPr>
            <p:cNvSpPr txBox="1"/>
            <p:nvPr/>
          </p:nvSpPr>
          <p:spPr>
            <a:xfrm>
              <a:off x="0" y="-38100"/>
              <a:ext cx="1357582" cy="2963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63" name="TextBox 63">
            <a:extLst>
              <a:ext uri="{FF2B5EF4-FFF2-40B4-BE49-F238E27FC236}">
                <a16:creationId xmlns:a16="http://schemas.microsoft.com/office/drawing/2014/main" id="{FB7A59EE-7BF9-6A7D-5196-D49CF623E00B}"/>
              </a:ext>
            </a:extLst>
          </p:cNvPr>
          <p:cNvSpPr txBox="1"/>
          <p:nvPr/>
        </p:nvSpPr>
        <p:spPr>
          <a:xfrm>
            <a:off x="7020766" y="2419315"/>
            <a:ext cx="4485434" cy="91877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934"/>
              </a:lnSpc>
            </a:pPr>
            <a:r>
              <a:rPr lang="en-US" sz="4800" b="1" i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 Bold Italics"/>
              </a:rPr>
              <a:t>COMBO UNO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FB334B0-8ADF-8EAE-C037-048D0D3FB2A5}"/>
              </a:ext>
            </a:extLst>
          </p:cNvPr>
          <p:cNvSpPr txBox="1"/>
          <p:nvPr/>
        </p:nvSpPr>
        <p:spPr>
          <a:xfrm>
            <a:off x="6063083" y="4314663"/>
            <a:ext cx="64008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[EXTRAS]</a:t>
            </a:r>
          </a:p>
        </p:txBody>
      </p:sp>
    </p:spTree>
    <p:extLst>
      <p:ext uri="{BB962C8B-B14F-4D97-AF65-F5344CB8AC3E}">
        <p14:creationId xmlns:p14="http://schemas.microsoft.com/office/powerpoint/2010/main" val="322634284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331295" y="4142693"/>
            <a:ext cx="7124676" cy="1432097"/>
            <a:chOff x="0" y="0"/>
            <a:chExt cx="1876458" cy="37717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876458" cy="377178"/>
            </a:xfrm>
            <a:custGeom>
              <a:avLst/>
              <a:gdLst/>
              <a:ahLst/>
              <a:cxnLst/>
              <a:rect l="l" t="t" r="r" b="b"/>
              <a:pathLst>
                <a:path w="1876458" h="377178">
                  <a:moveTo>
                    <a:pt x="0" y="0"/>
                  </a:moveTo>
                  <a:lnTo>
                    <a:pt x="1876458" y="0"/>
                  </a:lnTo>
                  <a:lnTo>
                    <a:pt x="1876458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876458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331295" y="4142693"/>
            <a:ext cx="3778620" cy="1432097"/>
            <a:chOff x="0" y="0"/>
            <a:chExt cx="995192" cy="37717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95192" cy="377178"/>
            </a:xfrm>
            <a:custGeom>
              <a:avLst/>
              <a:gdLst/>
              <a:ahLst/>
              <a:cxnLst/>
              <a:rect l="l" t="t" r="r" b="b"/>
              <a:pathLst>
                <a:path w="995192" h="377178">
                  <a:moveTo>
                    <a:pt x="0" y="0"/>
                  </a:moveTo>
                  <a:lnTo>
                    <a:pt x="995192" y="0"/>
                  </a:lnTo>
                  <a:lnTo>
                    <a:pt x="995192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995192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525000" y="5829300"/>
            <a:ext cx="6611142" cy="685611"/>
            <a:chOff x="0" y="0"/>
            <a:chExt cx="1741206" cy="18057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741206" cy="180572"/>
            </a:xfrm>
            <a:custGeom>
              <a:avLst/>
              <a:gdLst/>
              <a:ahLst/>
              <a:cxnLst/>
              <a:rect l="l" t="t" r="r" b="b"/>
              <a:pathLst>
                <a:path w="1741206" h="180572">
                  <a:moveTo>
                    <a:pt x="0" y="0"/>
                  </a:moveTo>
                  <a:lnTo>
                    <a:pt x="1741206" y="0"/>
                  </a:lnTo>
                  <a:lnTo>
                    <a:pt x="1741206" y="180572"/>
                  </a:lnTo>
                  <a:lnTo>
                    <a:pt x="0" y="18057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741206" cy="2186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600193" y="4260684"/>
            <a:ext cx="3346007" cy="1066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Mensalidade </a:t>
            </a:r>
          </a:p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por apartamento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562600" y="3009900"/>
            <a:ext cx="3946316" cy="5059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38"/>
              </a:lnSpc>
            </a:pPr>
            <a:r>
              <a:rPr lang="en-US" sz="2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214689" y="4254328"/>
            <a:ext cx="3579591" cy="10358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533"/>
              </a:lnSpc>
            </a:pPr>
            <a:r>
              <a:rPr lang="en-US" sz="6095" b="1" spc="-176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[VALOR]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672810" y="1638300"/>
            <a:ext cx="7395990" cy="5927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Total de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unidades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informadas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en-US" sz="2190" b="1" i="1" dirty="0">
                <a:solidFill>
                  <a:srgbClr val="FFD300"/>
                </a:solidFill>
                <a:latin typeface="Open Sans"/>
                <a:ea typeface="Open Sans"/>
                <a:cs typeface="Open Sans"/>
                <a:sym typeface="Open Sans"/>
              </a:rPr>
              <a:t>[UNIDADES]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unidades</a:t>
            </a: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Valor total da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mensalidade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[VALOR_COND]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Prazo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[PRAZO]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Incluso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do Container: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Ar-condicionado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Espelhos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Comunicação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visual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padrão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Duo Fitness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 a infra-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para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instalação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BÔNUS: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Manutenção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Preventiva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Mensal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Inclusa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Proposta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válida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por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10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dias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A374C91-F5F7-0D9B-9A12-5F4BEA9B1C57}"/>
              </a:ext>
            </a:extLst>
          </p:cNvPr>
          <p:cNvSpPr txBox="1"/>
          <p:nvPr/>
        </p:nvSpPr>
        <p:spPr>
          <a:xfrm>
            <a:off x="9635939" y="7886700"/>
            <a:ext cx="9144000" cy="1249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Período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Promocional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[PROMO_MES]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[PROMO_VALOR]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56</TotalTime>
  <Words>328</Words>
  <Application>Microsoft Office PowerPoint</Application>
  <PresentationFormat>Custom</PresentationFormat>
  <Paragraphs>59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1" baseType="lpstr">
      <vt:lpstr>Open Sans Bold Italics</vt:lpstr>
      <vt:lpstr>Calibri</vt:lpstr>
      <vt:lpstr>Arial</vt:lpstr>
      <vt:lpstr>Open Sans</vt:lpstr>
      <vt:lpstr>Open Sans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PROPOSTA DUO FITNESS UNO</dc:title>
  <dc:creator>Victor Barros</dc:creator>
  <cp:lastModifiedBy>Victor Barros</cp:lastModifiedBy>
  <cp:revision>23</cp:revision>
  <dcterms:created xsi:type="dcterms:W3CDTF">2006-08-16T00:00:00Z</dcterms:created>
  <dcterms:modified xsi:type="dcterms:W3CDTF">2026-08-04T17:21:20Z</dcterms:modified>
  <dc:identifier>DAHNTebemR0</dc:identifier>
</cp:coreProperties>
</file>