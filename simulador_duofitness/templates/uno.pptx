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5" r:id="rId19"/>
    <p:sldId id="277" r:id="rId20"/>
    <p:sldId id="283" r:id="rId21"/>
    <p:sldId id="279" r:id="rId22"/>
    <p:sldId id="280" r:id="rId23"/>
    <p:sldId id="281" r:id="rId24"/>
    <p:sldId id="282" r:id="rId25"/>
  </p:sldIdLst>
  <p:sldSz cx="18288000" cy="10287000"/>
  <p:notesSz cx="6858000" cy="9144000"/>
  <p:embeddedFontLst>
    <p:embeddedFont>
      <p:font typeface="Open Sans" panose="020B0606030504020204" pitchFamily="34" charset="0"/>
      <p:regular r:id="rId26"/>
      <p:bold r:id="rId27"/>
      <p:boldItalic r:id="rId28"/>
    </p:embeddedFont>
    <p:embeddedFont>
      <p:font typeface="Open Sans Bold" panose="020B0806030504020204" pitchFamily="34" charset="0"/>
      <p:bold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61FB7DA-1917-4C5A-22AA-31255EBBB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59FBCB4-318E-E3B3-E6D0-4DE43BEB77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Box 3">
            <a:extLst>
              <a:ext uri="{FF2B5EF4-FFF2-40B4-BE49-F238E27FC236}">
                <a16:creationId xmlns:a16="http://schemas.microsoft.com/office/drawing/2014/main" id="{00D25E9D-CB8D-55DF-A742-FD3280B23F77}"/>
              </a:ext>
            </a:extLst>
          </p:cNvPr>
          <p:cNvSpPr txBox="1"/>
          <p:nvPr/>
        </p:nvSpPr>
        <p:spPr>
          <a:xfrm>
            <a:off x="7696200" y="7658100"/>
            <a:ext cx="11125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6300B2-8C1D-7104-206B-BD1F9407D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239000" y="7581900"/>
            <a:ext cx="12115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[ESTACAO_MULT]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31FD8B-B785-64CB-F1E6-6269E6EB1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7724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EF8C7-0E87-66FE-16B6-5D3F074C5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172200" y="6155677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940810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EAC581-6BF0-D0F9-5400-9CCD99043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705600" y="76581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5891F4-6D9E-B29A-DD4E-DE2D9417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867400" y="6210300"/>
            <a:ext cx="10820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1200" y="824679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8F0A85E-49CB-881A-28A0-E946A223B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0" y="7130499"/>
            <a:ext cx="8915400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913179"/>
            <a:ext cx="85344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6E0AB-7366-20CF-8897-AD5F0973A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CAF7C2-1342-DCB6-F945-0691F04B8E54}"/>
              </a:ext>
            </a:extLst>
          </p:cNvPr>
          <p:cNvSpPr txBox="1"/>
          <p:nvPr/>
        </p:nvSpPr>
        <p:spPr>
          <a:xfrm>
            <a:off x="6858000" y="6286500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2E8AA-6B08-2D04-F78D-AC9E6043ED3D}"/>
              </a:ext>
            </a:extLst>
          </p:cNvPr>
          <p:cNvSpPr txBox="1"/>
          <p:nvPr/>
        </p:nvSpPr>
        <p:spPr>
          <a:xfrm>
            <a:off x="7467600" y="8251179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  <p:extLst>
      <p:ext uri="{BB962C8B-B14F-4D97-AF65-F5344CB8AC3E}">
        <p14:creationId xmlns:p14="http://schemas.microsoft.com/office/powerpoint/2010/main" val="2605821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CF21C4-18A6-5DF9-7FCF-28D5EF100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686800" y="8222919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0" y="6158838"/>
            <a:ext cx="11582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2877800" y="4127770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2877800" y="450883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2877800" y="4891702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2877800" y="527456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3149371" y="4170482"/>
            <a:ext cx="6400800" cy="29090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Estação Multifuncional - [ESTACAO_MULT]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12726581" y="4268331"/>
            <a:ext cx="4113619" cy="402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491BEF-95D1-B6A3-2778-5DA437627314}"/>
              </a:ext>
            </a:extLst>
          </p:cNvPr>
          <p:cNvSpPr txBox="1"/>
          <p:nvPr/>
        </p:nvSpPr>
        <p:spPr>
          <a:xfrm>
            <a:off x="8458200" y="4229100"/>
            <a:ext cx="64008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281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374C91-F5F7-0D9B-9A12-5F4BEA9B1C57}"/>
              </a:ext>
            </a:extLst>
          </p:cNvPr>
          <p:cNvSpPr txBox="1"/>
          <p:nvPr/>
        </p:nvSpPr>
        <p:spPr>
          <a:xfrm>
            <a:off x="9635939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7F82FBD7-03F0-B9F9-99AE-209D7A303793}"/>
              </a:ext>
            </a:extLst>
          </p:cNvPr>
          <p:cNvSpPr txBox="1"/>
          <p:nvPr/>
        </p:nvSpPr>
        <p:spPr>
          <a:xfrm>
            <a:off x="9670026" y="3898574"/>
            <a:ext cx="7395990" cy="1165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BF441BD5-3B79-D347-25A5-3B5BB78C394D}"/>
              </a:ext>
            </a:extLst>
          </p:cNvPr>
          <p:cNvSpPr txBox="1"/>
          <p:nvPr/>
        </p:nvSpPr>
        <p:spPr>
          <a:xfrm>
            <a:off x="9670026" y="1506794"/>
            <a:ext cx="7395990" cy="1951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07866-47DF-CC30-A719-C9A8730A0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326</Words>
  <Application>Microsoft Office PowerPoint</Application>
  <PresentationFormat>Custom</PresentationFormat>
  <Paragraphs>66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Open Sans</vt:lpstr>
      <vt:lpstr>Arial</vt:lpstr>
      <vt:lpstr>Open Sans Bold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29</cp:revision>
  <dcterms:created xsi:type="dcterms:W3CDTF">2006-08-16T00:00:00Z</dcterms:created>
  <dcterms:modified xsi:type="dcterms:W3CDTF">2026-09-16T21:08:41Z</dcterms:modified>
  <dc:identifier>DAHNTebemR0</dc:identifier>
</cp:coreProperties>
</file>